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85" r:id="rId2"/>
    <p:sldMasterId id="2147483660" r:id="rId3"/>
    <p:sldMasterId id="2147483672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30275213" cy="21383625"/>
  <p:notesSz cx="9928225" cy="14357350"/>
  <p:custDataLst>
    <p:tags r:id="rId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65" kern="1200">
        <a:solidFill>
          <a:schemeClr val="tx1"/>
        </a:solidFill>
        <a:latin typeface="Lucida Grande" pitchFamily="1" charset="0"/>
        <a:ea typeface="+mn-ea"/>
        <a:cs typeface="+mn-cs"/>
      </a:defRPr>
    </a:lvl1pPr>
    <a:lvl2pPr marL="1408862" algn="l" rtl="0" eaLnBrk="0" fontAlgn="base" hangingPunct="0">
      <a:spcBef>
        <a:spcPct val="0"/>
      </a:spcBef>
      <a:spcAft>
        <a:spcPct val="0"/>
      </a:spcAft>
      <a:defRPr sz="2465" kern="1200">
        <a:solidFill>
          <a:schemeClr val="tx1"/>
        </a:solidFill>
        <a:latin typeface="Lucida Grande" pitchFamily="1" charset="0"/>
        <a:ea typeface="+mn-ea"/>
        <a:cs typeface="+mn-cs"/>
      </a:defRPr>
    </a:lvl2pPr>
    <a:lvl3pPr marL="2817724" algn="l" rtl="0" eaLnBrk="0" fontAlgn="base" hangingPunct="0">
      <a:spcBef>
        <a:spcPct val="0"/>
      </a:spcBef>
      <a:spcAft>
        <a:spcPct val="0"/>
      </a:spcAft>
      <a:defRPr sz="2465" kern="1200">
        <a:solidFill>
          <a:schemeClr val="tx1"/>
        </a:solidFill>
        <a:latin typeface="Lucida Grande" pitchFamily="1" charset="0"/>
        <a:ea typeface="+mn-ea"/>
        <a:cs typeface="+mn-cs"/>
      </a:defRPr>
    </a:lvl3pPr>
    <a:lvl4pPr marL="4226585" algn="l" rtl="0" eaLnBrk="0" fontAlgn="base" hangingPunct="0">
      <a:spcBef>
        <a:spcPct val="0"/>
      </a:spcBef>
      <a:spcAft>
        <a:spcPct val="0"/>
      </a:spcAft>
      <a:defRPr sz="2465" kern="1200">
        <a:solidFill>
          <a:schemeClr val="tx1"/>
        </a:solidFill>
        <a:latin typeface="Lucida Grande" pitchFamily="1" charset="0"/>
        <a:ea typeface="+mn-ea"/>
        <a:cs typeface="+mn-cs"/>
      </a:defRPr>
    </a:lvl4pPr>
    <a:lvl5pPr marL="5635447" algn="l" rtl="0" eaLnBrk="0" fontAlgn="base" hangingPunct="0">
      <a:spcBef>
        <a:spcPct val="0"/>
      </a:spcBef>
      <a:spcAft>
        <a:spcPct val="0"/>
      </a:spcAft>
      <a:defRPr sz="2465" kern="1200">
        <a:solidFill>
          <a:schemeClr val="tx1"/>
        </a:solidFill>
        <a:latin typeface="Lucida Grande" pitchFamily="1" charset="0"/>
        <a:ea typeface="+mn-ea"/>
        <a:cs typeface="+mn-cs"/>
      </a:defRPr>
    </a:lvl5pPr>
    <a:lvl6pPr marL="7044309" algn="l" defTabSz="2817724" rtl="0" eaLnBrk="1" latinLnBrk="0" hangingPunct="1">
      <a:defRPr sz="2465" kern="1200">
        <a:solidFill>
          <a:schemeClr val="tx1"/>
        </a:solidFill>
        <a:latin typeface="Lucida Grande" pitchFamily="1" charset="0"/>
        <a:ea typeface="+mn-ea"/>
        <a:cs typeface="+mn-cs"/>
      </a:defRPr>
    </a:lvl6pPr>
    <a:lvl7pPr marL="8453171" algn="l" defTabSz="2817724" rtl="0" eaLnBrk="1" latinLnBrk="0" hangingPunct="1">
      <a:defRPr sz="2465" kern="1200">
        <a:solidFill>
          <a:schemeClr val="tx1"/>
        </a:solidFill>
        <a:latin typeface="Lucida Grande" pitchFamily="1" charset="0"/>
        <a:ea typeface="+mn-ea"/>
        <a:cs typeface="+mn-cs"/>
      </a:defRPr>
    </a:lvl7pPr>
    <a:lvl8pPr marL="9862033" algn="l" defTabSz="2817724" rtl="0" eaLnBrk="1" latinLnBrk="0" hangingPunct="1">
      <a:defRPr sz="2465" kern="1200">
        <a:solidFill>
          <a:schemeClr val="tx1"/>
        </a:solidFill>
        <a:latin typeface="Lucida Grande" pitchFamily="1" charset="0"/>
        <a:ea typeface="+mn-ea"/>
        <a:cs typeface="+mn-cs"/>
      </a:defRPr>
    </a:lvl8pPr>
    <a:lvl9pPr marL="11270894" algn="l" defTabSz="2817724" rtl="0" eaLnBrk="1" latinLnBrk="0" hangingPunct="1">
      <a:defRPr sz="2465" kern="1200">
        <a:solidFill>
          <a:schemeClr val="tx1"/>
        </a:solidFill>
        <a:latin typeface="Lucida Grande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97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167B"/>
    <a:srgbClr val="26B2D0"/>
    <a:srgbClr val="3A1BA6"/>
    <a:srgbClr val="E42203"/>
    <a:srgbClr val="0320B6"/>
    <a:srgbClr val="4221BD"/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2CC4EF-0187-47FD-A2CC-0CBC058FD8C7}" v="18" dt="2025-11-26T22:18:09.128"/>
    <p1510:client id="{D75ADB41-874C-4AFF-B492-4B9EC7586867}" v="159" dt="2025-11-26T01:48:16.5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787" autoAdjust="0"/>
    <p:restoredTop sz="95806" autoAdjust="0"/>
  </p:normalViewPr>
  <p:slideViewPr>
    <p:cSldViewPr>
      <p:cViewPr>
        <p:scale>
          <a:sx n="50" d="100"/>
          <a:sy n="50" d="100"/>
        </p:scale>
        <p:origin x="-749" y="-1886"/>
      </p:cViewPr>
      <p:guideLst>
        <p:guide orient="horz" pos="3197"/>
        <p:guide pos="9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3972" y="-102"/>
      </p:cViewPr>
      <p:guideLst>
        <p:guide orient="horz" pos="452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lul Turkay" userId="ec50d3ee8444ec98" providerId="LiveId" clId="{D44D8142-F35E-4E28-B515-30E70FFDD49D}"/>
    <pc:docChg chg="undo redo custSel modSld">
      <pc:chgData name="Eylul Turkay" userId="ec50d3ee8444ec98" providerId="LiveId" clId="{D44D8142-F35E-4E28-B515-30E70FFDD49D}" dt="2025-11-26T22:19:38.134" v="578" actId="20577"/>
      <pc:docMkLst>
        <pc:docMk/>
      </pc:docMkLst>
      <pc:sldChg chg="addSp delSp modSp mod">
        <pc:chgData name="Eylul Turkay" userId="ec50d3ee8444ec98" providerId="LiveId" clId="{D44D8142-F35E-4E28-B515-30E70FFDD49D}" dt="2025-11-26T22:19:38.134" v="578" actId="20577"/>
        <pc:sldMkLst>
          <pc:docMk/>
          <pc:sldMk cId="754822496" sldId="258"/>
        </pc:sldMkLst>
        <pc:spChg chg="mod">
          <ac:chgData name="Eylul Turkay" userId="ec50d3ee8444ec98" providerId="LiveId" clId="{D44D8142-F35E-4E28-B515-30E70FFDD49D}" dt="2025-11-26T21:27:05.559" v="492" actId="2711"/>
          <ac:spMkLst>
            <pc:docMk/>
            <pc:sldMk cId="754822496" sldId="258"/>
            <ac:spMk id="2" creationId="{81F2CCDC-EF32-794B-903D-5B14CB8D8B08}"/>
          </ac:spMkLst>
        </pc:spChg>
        <pc:spChg chg="add del mod">
          <ac:chgData name="Eylul Turkay" userId="ec50d3ee8444ec98" providerId="LiveId" clId="{D44D8142-F35E-4E28-B515-30E70FFDD49D}" dt="2025-11-26T20:35:00.776" v="396" actId="478"/>
          <ac:spMkLst>
            <pc:docMk/>
            <pc:sldMk cId="754822496" sldId="258"/>
            <ac:spMk id="3" creationId="{DE35EEFC-3485-B93D-0F29-5544F3911A91}"/>
          </ac:spMkLst>
        </pc:spChg>
        <pc:spChg chg="add mod">
          <ac:chgData name="Eylul Turkay" userId="ec50d3ee8444ec98" providerId="LiveId" clId="{D44D8142-F35E-4E28-B515-30E70FFDD49D}" dt="2025-11-26T20:37:35.074" v="443" actId="20577"/>
          <ac:spMkLst>
            <pc:docMk/>
            <pc:sldMk cId="754822496" sldId="258"/>
            <ac:spMk id="4" creationId="{2E2F1ABC-AC3E-7C47-82FB-12DB419F1F95}"/>
          </ac:spMkLst>
        </pc:spChg>
        <pc:spChg chg="mod">
          <ac:chgData name="Eylul Turkay" userId="ec50d3ee8444ec98" providerId="LiveId" clId="{D44D8142-F35E-4E28-B515-30E70FFDD49D}" dt="2025-11-26T22:14:04.432" v="560" actId="207"/>
          <ac:spMkLst>
            <pc:docMk/>
            <pc:sldMk cId="754822496" sldId="258"/>
            <ac:spMk id="6" creationId="{056F59E6-86A5-6B49-ABB1-15602FFA51C6}"/>
          </ac:spMkLst>
        </pc:spChg>
        <pc:spChg chg="add del mod">
          <ac:chgData name="Eylul Turkay" userId="ec50d3ee8444ec98" providerId="LiveId" clId="{D44D8142-F35E-4E28-B515-30E70FFDD49D}" dt="2025-11-26T21:05:49.524" v="448" actId="478"/>
          <ac:spMkLst>
            <pc:docMk/>
            <pc:sldMk cId="754822496" sldId="258"/>
            <ac:spMk id="7" creationId="{204E8A8A-5271-4BD8-50E4-E07D79DE4512}"/>
          </ac:spMkLst>
        </pc:spChg>
        <pc:spChg chg="add mod">
          <ac:chgData name="Eylul Turkay" userId="ec50d3ee8444ec98" providerId="LiveId" clId="{D44D8142-F35E-4E28-B515-30E70FFDD49D}" dt="2025-11-26T21:15:29.783" v="475" actId="20577"/>
          <ac:spMkLst>
            <pc:docMk/>
            <pc:sldMk cId="754822496" sldId="258"/>
            <ac:spMk id="8" creationId="{1E050FC7-DAF2-848C-FC54-7FC39304C355}"/>
          </ac:spMkLst>
        </pc:spChg>
        <pc:spChg chg="mod">
          <ac:chgData name="Eylul Turkay" userId="ec50d3ee8444ec98" providerId="LiveId" clId="{D44D8142-F35E-4E28-B515-30E70FFDD49D}" dt="2025-11-26T21:43:07.503" v="519" actId="1076"/>
          <ac:spMkLst>
            <pc:docMk/>
            <pc:sldMk cId="754822496" sldId="258"/>
            <ac:spMk id="10" creationId="{8E830E80-4DE8-5FA7-7EC3-732502A15B00}"/>
          </ac:spMkLst>
        </pc:spChg>
        <pc:spChg chg="mod">
          <ac:chgData name="Eylul Turkay" userId="ec50d3ee8444ec98" providerId="LiveId" clId="{D44D8142-F35E-4E28-B515-30E70FFDD49D}" dt="2025-11-26T21:51:28.397" v="526" actId="20577"/>
          <ac:spMkLst>
            <pc:docMk/>
            <pc:sldMk cId="754822496" sldId="258"/>
            <ac:spMk id="14" creationId="{1D52024B-6157-D343-9C36-7E2719C60DA6}"/>
          </ac:spMkLst>
        </pc:spChg>
        <pc:spChg chg="mod">
          <ac:chgData name="Eylul Turkay" userId="ec50d3ee8444ec98" providerId="LiveId" clId="{D44D8142-F35E-4E28-B515-30E70FFDD49D}" dt="2025-11-26T21:28:40.176" v="497" actId="14100"/>
          <ac:spMkLst>
            <pc:docMk/>
            <pc:sldMk cId="754822496" sldId="258"/>
            <ac:spMk id="18" creationId="{EE9D41D5-3D47-7847-B8ED-088A264E2DA8}"/>
          </ac:spMkLst>
        </pc:spChg>
        <pc:spChg chg="mod">
          <ac:chgData name="Eylul Turkay" userId="ec50d3ee8444ec98" providerId="LiveId" clId="{D44D8142-F35E-4E28-B515-30E70FFDD49D}" dt="2025-11-26T22:18:09.128" v="575"/>
          <ac:spMkLst>
            <pc:docMk/>
            <pc:sldMk cId="754822496" sldId="258"/>
            <ac:spMk id="34" creationId="{7434235F-A53A-494A-AB32-96782DCA9961}"/>
          </ac:spMkLst>
        </pc:spChg>
        <pc:spChg chg="mod">
          <ac:chgData name="Eylul Turkay" userId="ec50d3ee8444ec98" providerId="LiveId" clId="{D44D8142-F35E-4E28-B515-30E70FFDD49D}" dt="2025-11-26T21:28:28.372" v="496" actId="14100"/>
          <ac:spMkLst>
            <pc:docMk/>
            <pc:sldMk cId="754822496" sldId="258"/>
            <ac:spMk id="50" creationId="{14344218-A397-2C4C-6195-5D6C5AD1406F}"/>
          </ac:spMkLst>
        </pc:spChg>
        <pc:spChg chg="mod">
          <ac:chgData name="Eylul Turkay" userId="ec50d3ee8444ec98" providerId="LiveId" clId="{D44D8142-F35E-4E28-B515-30E70FFDD49D}" dt="2025-11-26T22:17:35.373" v="574" actId="20577"/>
          <ac:spMkLst>
            <pc:docMk/>
            <pc:sldMk cId="754822496" sldId="258"/>
            <ac:spMk id="65" creationId="{FCDF4C83-8A31-60B8-54E6-7E922249D926}"/>
          </ac:spMkLst>
        </pc:spChg>
        <pc:spChg chg="mod">
          <ac:chgData name="Eylul Turkay" userId="ec50d3ee8444ec98" providerId="LiveId" clId="{D44D8142-F35E-4E28-B515-30E70FFDD49D}" dt="2025-11-26T22:14:12.544" v="561" actId="113"/>
          <ac:spMkLst>
            <pc:docMk/>
            <pc:sldMk cId="754822496" sldId="258"/>
            <ac:spMk id="66" creationId="{562E6FB5-CCDC-E036-2B71-3F62FE0493B1}"/>
          </ac:spMkLst>
        </pc:spChg>
        <pc:spChg chg="mod">
          <ac:chgData name="Eylul Turkay" userId="ec50d3ee8444ec98" providerId="LiveId" clId="{D44D8142-F35E-4E28-B515-30E70FFDD49D}" dt="2025-11-26T21:42:14.323" v="517"/>
          <ac:spMkLst>
            <pc:docMk/>
            <pc:sldMk cId="754822496" sldId="258"/>
            <ac:spMk id="69" creationId="{9E8803A2-CE77-E940-801E-0E234472DC0C}"/>
          </ac:spMkLst>
        </pc:spChg>
        <pc:spChg chg="mod">
          <ac:chgData name="Eylul Turkay" userId="ec50d3ee8444ec98" providerId="LiveId" clId="{D44D8142-F35E-4E28-B515-30E70FFDD49D}" dt="2025-11-26T22:14:21.594" v="563" actId="113"/>
          <ac:spMkLst>
            <pc:docMk/>
            <pc:sldMk cId="754822496" sldId="258"/>
            <ac:spMk id="79" creationId="{5A0DA88B-3652-3923-EB62-809DFA3EEA98}"/>
          </ac:spMkLst>
        </pc:spChg>
        <pc:spChg chg="mod">
          <ac:chgData name="Eylul Turkay" userId="ec50d3ee8444ec98" providerId="LiveId" clId="{D44D8142-F35E-4E28-B515-30E70FFDD49D}" dt="2025-11-26T22:19:38.134" v="578" actId="20577"/>
          <ac:spMkLst>
            <pc:docMk/>
            <pc:sldMk cId="754822496" sldId="258"/>
            <ac:spMk id="123" creationId="{2AF4FD81-CEB0-67DC-3FAD-C3A02D04447B}"/>
          </ac:spMkLst>
        </pc:spChg>
        <pc:spChg chg="del mod">
          <ac:chgData name="Eylul Turkay" userId="ec50d3ee8444ec98" providerId="LiveId" clId="{D44D8142-F35E-4E28-B515-30E70FFDD49D}" dt="2025-11-26T21:05:49.530" v="450"/>
          <ac:spMkLst>
            <pc:docMk/>
            <pc:sldMk cId="754822496" sldId="258"/>
            <ac:spMk id="125" creationId="{C9C6D859-7DEB-B8F1-7F34-6BFA5CC42EAF}"/>
          </ac:spMkLst>
        </pc:spChg>
        <pc:spChg chg="mod">
          <ac:chgData name="Eylul Turkay" userId="ec50d3ee8444ec98" providerId="LiveId" clId="{D44D8142-F35E-4E28-B515-30E70FFDD49D}" dt="2025-11-26T21:28:19.761" v="495" actId="14100"/>
          <ac:spMkLst>
            <pc:docMk/>
            <pc:sldMk cId="754822496" sldId="258"/>
            <ac:spMk id="328" creationId="{92F5DD84-0303-3748-956C-BE30CE7F5F90}"/>
          </ac:spMkLst>
        </pc:spChg>
        <pc:spChg chg="mod">
          <ac:chgData name="Eylul Turkay" userId="ec50d3ee8444ec98" providerId="LiveId" clId="{D44D8142-F35E-4E28-B515-30E70FFDD49D}" dt="2025-11-26T21:28:08.496" v="493" actId="14100"/>
          <ac:spMkLst>
            <pc:docMk/>
            <pc:sldMk cId="754822496" sldId="258"/>
            <ac:spMk id="344" creationId="{08D4AB09-B23F-5F45-B211-EA6DA7544E81}"/>
          </ac:spMkLst>
        </pc:spChg>
        <pc:spChg chg="mod">
          <ac:chgData name="Eylul Turkay" userId="ec50d3ee8444ec98" providerId="LiveId" clId="{D44D8142-F35E-4E28-B515-30E70FFDD49D}" dt="2025-11-26T22:19:32.496" v="577" actId="20577"/>
          <ac:spMkLst>
            <pc:docMk/>
            <pc:sldMk cId="754822496" sldId="258"/>
            <ac:spMk id="347" creationId="{C6003EC4-9F8B-7647-8EE5-AC526DA29125}"/>
          </ac:spMkLst>
        </pc:spChg>
        <pc:spChg chg="mod">
          <ac:chgData name="Eylul Turkay" userId="ec50d3ee8444ec98" providerId="LiveId" clId="{D44D8142-F35E-4E28-B515-30E70FFDD49D}" dt="2025-11-26T22:19:04.620" v="576" actId="1076"/>
          <ac:spMkLst>
            <pc:docMk/>
            <pc:sldMk cId="754822496" sldId="258"/>
            <ac:spMk id="395" creationId="{078BCEE3-1C47-8C43-9F36-5E1D84C03563}"/>
          </ac:spMkLst>
        </pc:spChg>
        <pc:spChg chg="mod">
          <ac:chgData name="Eylul Turkay" userId="ec50d3ee8444ec98" providerId="LiveId" clId="{D44D8142-F35E-4E28-B515-30E70FFDD49D}" dt="2025-11-26T22:16:43.673" v="571" actId="255"/>
          <ac:spMkLst>
            <pc:docMk/>
            <pc:sldMk cId="754822496" sldId="258"/>
            <ac:spMk id="5122" creationId="{00000000-0000-0000-0000-000000000000}"/>
          </ac:spMkLst>
        </pc:spChg>
        <pc:graphicFrameChg chg="modGraphic">
          <ac:chgData name="Eylul Turkay" userId="ec50d3ee8444ec98" providerId="LiveId" clId="{D44D8142-F35E-4E28-B515-30E70FFDD49D}" dt="2025-11-26T21:24:33.747" v="482" actId="2711"/>
          <ac:graphicFrameMkLst>
            <pc:docMk/>
            <pc:sldMk cId="754822496" sldId="258"/>
            <ac:graphicFrameMk id="32" creationId="{97D42CA3-CC5F-574A-A183-4BFAF4A0A85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71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925" y="0"/>
            <a:ext cx="4303713" cy="71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3636625"/>
            <a:ext cx="4302125" cy="71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925" y="13636625"/>
            <a:ext cx="4303713" cy="71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52721B4-FAF4-4D46-AE0D-C0E21B28E2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744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20:00:31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20:01:46.6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 41 24575,'-3'0'0,"-41"-3"0,43 3 0,0-1 0,0 1 0,0 0 0,0 0 0,0 0 0,0 0 0,0-1 0,1 1 0,-1 0 0,0-1 0,0 1 0,0 0 0,1-1 0,-1 1 0,0-1 0,0 0 0,1 1 0,-1-1 0,0 0 0,1 1 0,-1-1 0,1 0 0,-1 0 0,1 1 0,-1-1 0,1 0 0,-1 0 0,1 0 0,0 0 0,0 1 0,-1-1 0,1 0 0,0 0 0,0 0 0,0 0 0,0 0 0,0 0 0,0 0 0,0 0 0,0 0 0,1-1 0,-1 1 0,1 1 0,-1-1 0,0 1 0,1-1 0,-1 0 0,1 1 0,0-1 0,-1 1 0,1-1 0,-1 1 0,1-1 0,0 1 0,-1 0 0,1-1 0,0 1 0,-1 0 0,1-1 0,0 1 0,0 0 0,-1 0 0,1 0 0,0 0 0,0 0 0,-1 0 0,1 0 0,0 0 0,0 0 0,-1 0 0,1 0 0,0 0 0,0 0 0,-1 1 0,1-1 0,0 0 0,0 1 0,0 0 0,1-1 0,-1 1 0,0-1 0,1 1 0,-1-1 0,0 1 0,0 0 0,0 0 0,0-1 0,1 1 0,-1 0 0,0 0 0,-1 0 0,1 0 0,0 1 0,0-1 0,0 0 0,-1 0 0,1 0 0,0 1 0,0 1 0,-1 0 0,0-1 0,1 1 0,-1-1 0,-1 1 0,1-1 0,0 0 0,0 1 0,-1-1 0,0 1 0,1-1 0,-1 0 0,0 1 0,-2 2 0,3-5 0,-1 1 0,0 0 0,0 0 0,0-1 0,1 1 0,-1 0 0,0-1 0,0 1 0,0-1 0,0 1 0,0-1 0,0 0 0,0 1 0,0-1 0,0 0 0,0 0 0,0 0 0,0 1 0,-1-1 0,1 0 0,0-1 0,0 1 0,0 0 0,0 0 0,0 0 0,0-1 0,0 1 0,0 0 0,0-1 0,0 1 0,0-1 0,-1 0 0,1 1 0,1 0 0,-1-1 0,1 1 0,0 0 0,-1 0 0,1 0 0,0 0 0,-1 0 0,1-1 0,0 1 0,-1 0 0,1 0 0,0 0 0,0-1 0,-1 1 0,1 0 0,0 0 0,0-1 0,-1 1 0,1 0 0,0-1 0,0 1 0,0 0 0,-1-1 0,1 1 0,0 0 0,0-1 0,0 1 0,0 0 0,0-1 0,0 1 0,0-1 0,0 1 0,0 0 0,0-1 0,0 1 0,0 0 0,0-1 0,0 1 0,0 0 0,0-1 0,1 1 0,-1-1 0,0 1 0,0 0 0,0 0 0,1-1 0,-1 1 0,0 0 0,0-1 0,0 1 0,1 0 0,-1 0 0,0-1 0,1 1 0,-1 0 0,0 0 0,1 0 0,-1-1 0,0 1 0,1 0 0,-1 0 0,0 0 0,1 0 0,-1 0 0,0 0 0,1 0 0,0 0 0,25-9 0,-24 9 0,-1 0 0,0 0 0,1 0 0,-1 0 0,0 0 0,1 1 0,-1-1 0,0 0 0,0 1 0,1-1 0,-1 0 0,0 1 0,0 0 0,1-1 0,-1 1 0,0 0 0,0 0 0,0-1 0,0 1 0,0 0 0,0 0 0,0 0 0,0 0 0,-1 0 0,1 0 0,0 1 0,-1-1 0,1 0 0,0 0 0,-1 0 0,1 1 0,-1-1 0,0 0 0,0 1 0,1-1 0,-1 0 0,0 1 0,0-1 0,0 0 0,0 1 0,0-1 0,-1 0 0,1 0 0,0 1 0,-1-1 0,1 0 0,0 1 0,-2 1 0,1-2 0,0 0 0,0 0 0,0 0 0,0 0 0,-1 0 0,1 0 0,0 0 0,-1-1 0,1 1 0,0 0 0,-1-1 0,1 1 0,-1-1 0,1 1 0,-1-1 0,1 0 0,-1 0 0,1 1 0,-1-1 0,1 0 0,-1-1 0,1 1 0,-1 0 0,1 0 0,-1-1 0,1 1 0,-1 0 0,1-1 0,-1 0 0,-1-1 0,1 2 0,0-1 0,0 0 0,0 0 0,0 0 0,0-1 0,1 1 0,-1 0 0,0-1 0,1 1 0,-1-1 0,1 0 0,-1 1 0,1-1 0,0 0 0,0 0 0,0 0 0,0 0 0,0 0 0,0 0 0,1 0 0,-2-2 0,2 4 1,0-1 0,0 0 0,0 1-1,1-1 1,-1 1 0,0-1 0,0 1 0,0-1 0,0 0-1,0 1 1,1-1 0,-1 1 0,0-1 0,1 1-1,-1-1 1,0 1 0,1-1 0,-1 1 0,0 0-1,1-1 1,-1 1 0,1 0 0,-1-1 0,1 1 0,-1 0-1,1-1 1,-1 1 0,1 0 0,-1 0 0,1-1-1,-1 1 1,2 0 0,21-2-107,-11 1-1180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20:02:03.9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 40 24575,'0'3'0,"0"0"0,0 0 0,1 0 0,-1 1 0,1-1 0,-1 0 0,1 0 0,0 0 0,0 0 0,1 0 0,-1 0 0,1 0 0,1 3 0,-1-4 0,-1-1 0,1 1 0,0-1 0,-1 1 0,1-1 0,0 0 0,0 0 0,0 0 0,0 0 0,0 0 0,0 0 0,0-1 0,0 1 0,0 0 0,1-1 0,-1 0 0,0 0 0,0 1 0,0-1 0,5-1 0,-7 1 0,1 0 0,-1 0 0,0 0 0,1 0 0,-1 0 0,1 0 0,-1 0 0,0 0 0,1 0 0,-1 0 0,1 0 0,-1-1 0,0 1 0,1 0 0,-1 0 0,0 0 0,1-1 0,-1 1 0,0 0 0,1 0 0,-1-1 0,0 1 0,1 0 0,-1-1 0,0 1 0,0 0 0,1-1 0,-1 1 0,0 0 0,0-1 0,0 1 0,0 0 0,1-1 0,-1 1 0,0-1 0,0 0 0,-7-17 0,-19-11 0,22 26 0,-1 1 0,1-1 0,-1 1 0,0 0 0,0 1 0,0-1 0,0 1 0,0 0 0,0 1 0,0-1 0,-1 1 0,1 0 0,-9 1 0,13-1 0,0 0 0,1 1 0,-1-1 0,1 1 0,-1-1 0,0 0 0,1 1 0,-1-1 0,1 1 0,-1-1 0,1 1 0,0-1 0,-1 1 0,1-1 0,-1 1 0,1 0 0,0-1 0,0 1 0,-1 0 0,1-1 0,0 1 0,0 0 0,0-1 0,-1 1 0,1 0 0,0-1 0,0 1 0,0 0 0,0 0 0,1 0 0,-1 1 0,1 0 0,-1 0 0,1 0 0,-1 0 0,1 0 0,0 0 0,0 0 0,0 0 0,0-1 0,2 4 0,-2-4 0,0-1 0,-1 1 0,1 0 0,0 0 0,-1-1 0,1 1 0,0 0 0,0-1 0,0 1 0,-1-1 0,1 1 0,0-1 0,0 0 0,0 1 0,0-1 0,0 0 0,0 1 0,0-1 0,2 0 0,-3 0 0,1-1 0,0 1 0,0 0 0,-1-1 0,1 1 0,0-1 0,-1 1 0,1-1 0,0 0 0,-1 1 0,1-1 0,-1 0 0,1 1 0,-1-1 0,1 0 0,-1 0 0,0 1 0,1-1 0,-1 0 0,0 0 0,1 0 0,-1 0 0,0 1 0,0-1 0,0 0 0,0 0 0,0 0 0,0-1 0,0-1 0,0-1 0,0 1 0,0 0 0,0 0 0,-1 0 0,1-1 0,-1 1 0,0 0 0,0 0 0,0 0 0,0 0 0,-3-5 0,3 7 0,1 0 0,-1 0 0,0 0 0,0 0 0,1 0 0,-1 0 0,0 0 0,0 1 0,0-1 0,0 0 0,-1 0 0,1 1 0,0-1 0,0 1 0,0-1 0,0 1 0,-1-1 0,1 1 0,0 0 0,0-1 0,-1 1 0,1 0 0,0 0 0,-1 0 0,1 0 0,0 0 0,0 1 0,-1-1 0,1 0 0,0 0 0,0 1 0,-1-1 0,1 1 0,-2 0 0,2 0 0,0 0 0,0-1 0,0 1 0,1 0 0,-1-1 0,0 1 0,0 0 0,1 0 0,-1 0 0,1 0 0,-1 0 0,1 0 0,-1 0 0,1 0 0,-1 0 0,1 0 0,0 0 0,0 0 0,-1 0 0,1 0 0,0 0 0,0 0 0,0 1 0,0-1 0,0 0 0,0 0 0,1 0 0,-1 0 0,0 0 0,0 0 0,1 0 0,-1 0 0,1 0 0,0 2 0,1 0 0,-1 0 0,1 0 0,-1 0 0,1 0 0,0 0 0,0 0 0,1 0 0,-1-1 0,5 5 0,-4-5 9,0-1 1,0 0-1,0 1 0,0-1 0,0 0 1,0-1-1,0 1 0,0 0 0,0-1 0,1 0 1,-1 0-1,4 0 0,-6 0-53,1 0 1,-1 0-1,0 0 0,0-1 1,0 1-1,1 0 0,-1-1 1,0 1-1,0 0 0,0-1 1,0 1-1,0-1 0,0 0 0,0 1 1,0-1-1,0 0 0,0 0 1,0 0-1,0 0 0,-1 1 1,1-1-1,0 0 0,-1 0 1,1 0-1,0-1 0,-1 1 1,1 0-1,-1 0 0,0 0 1,1 0-1,-1 0 0,0-1 1,0-1-1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20:03:04.76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4 24423,'1123'0'0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71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925" y="0"/>
            <a:ext cx="4303713" cy="71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4113" y="1077913"/>
            <a:ext cx="7620000" cy="53816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6819900"/>
            <a:ext cx="7943850" cy="646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636625"/>
            <a:ext cx="4302125" cy="71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13636625"/>
            <a:ext cx="4303713" cy="71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627CE08-9886-43DD-B4A3-31CBAAE3FE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288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3698" kern="1200">
        <a:solidFill>
          <a:schemeClr val="tx1"/>
        </a:solidFill>
        <a:latin typeface="Lucida Grande" pitchFamily="1" charset="0"/>
        <a:ea typeface="+mn-ea"/>
        <a:cs typeface="+mn-cs"/>
      </a:defRPr>
    </a:lvl1pPr>
    <a:lvl2pPr marL="1408862" algn="l" rtl="0" eaLnBrk="0" fontAlgn="base" hangingPunct="0">
      <a:spcBef>
        <a:spcPct val="30000"/>
      </a:spcBef>
      <a:spcAft>
        <a:spcPct val="0"/>
      </a:spcAft>
      <a:defRPr sz="3698" kern="1200">
        <a:solidFill>
          <a:schemeClr val="tx1"/>
        </a:solidFill>
        <a:latin typeface="Lucida Grande" pitchFamily="1" charset="0"/>
        <a:ea typeface="+mn-ea"/>
        <a:cs typeface="+mn-cs"/>
      </a:defRPr>
    </a:lvl2pPr>
    <a:lvl3pPr marL="2817724" algn="l" rtl="0" eaLnBrk="0" fontAlgn="base" hangingPunct="0">
      <a:spcBef>
        <a:spcPct val="30000"/>
      </a:spcBef>
      <a:spcAft>
        <a:spcPct val="0"/>
      </a:spcAft>
      <a:defRPr sz="3698" kern="1200">
        <a:solidFill>
          <a:schemeClr val="tx1"/>
        </a:solidFill>
        <a:latin typeface="Lucida Grande" pitchFamily="1" charset="0"/>
        <a:ea typeface="+mn-ea"/>
        <a:cs typeface="+mn-cs"/>
      </a:defRPr>
    </a:lvl3pPr>
    <a:lvl4pPr marL="4226585" algn="l" rtl="0" eaLnBrk="0" fontAlgn="base" hangingPunct="0">
      <a:spcBef>
        <a:spcPct val="30000"/>
      </a:spcBef>
      <a:spcAft>
        <a:spcPct val="0"/>
      </a:spcAft>
      <a:defRPr sz="3698" kern="1200">
        <a:solidFill>
          <a:schemeClr val="tx1"/>
        </a:solidFill>
        <a:latin typeface="Lucida Grande" pitchFamily="1" charset="0"/>
        <a:ea typeface="+mn-ea"/>
        <a:cs typeface="+mn-cs"/>
      </a:defRPr>
    </a:lvl4pPr>
    <a:lvl5pPr marL="5635447" algn="l" rtl="0" eaLnBrk="0" fontAlgn="base" hangingPunct="0">
      <a:spcBef>
        <a:spcPct val="30000"/>
      </a:spcBef>
      <a:spcAft>
        <a:spcPct val="0"/>
      </a:spcAft>
      <a:defRPr sz="3698" kern="1200">
        <a:solidFill>
          <a:schemeClr val="tx1"/>
        </a:solidFill>
        <a:latin typeface="Lucida Grande" pitchFamily="1" charset="0"/>
        <a:ea typeface="+mn-ea"/>
        <a:cs typeface="+mn-cs"/>
      </a:defRPr>
    </a:lvl5pPr>
    <a:lvl6pPr marL="7044309" algn="l" defTabSz="2817724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6pPr>
    <a:lvl7pPr marL="8453171" algn="l" defTabSz="2817724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7pPr>
    <a:lvl8pPr marL="9862033" algn="l" defTabSz="2817724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8pPr>
    <a:lvl9pPr marL="11270894" algn="l" defTabSz="2817724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A73D32-277D-4A69-9804-55881433A19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1077913"/>
            <a:ext cx="7620000" cy="5381625"/>
          </a:xfrm>
          <a:ln cap="flat"/>
        </p:spPr>
        <p:txBody>
          <a:bodyPr/>
          <a:lstStyle/>
          <a:p>
            <a:endParaRPr lang="en-GB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90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6642788"/>
            <a:ext cx="25733931" cy="45836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282" y="12117388"/>
            <a:ext cx="21192649" cy="54647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1397340" indent="0" algn="ctr">
              <a:buNone/>
              <a:defRPr/>
            </a:lvl2pPr>
            <a:lvl3pPr marL="2794681" indent="0" algn="ctr">
              <a:buNone/>
              <a:defRPr/>
            </a:lvl3pPr>
            <a:lvl4pPr marL="4192021" indent="0" algn="ctr">
              <a:buNone/>
              <a:defRPr/>
            </a:lvl4pPr>
            <a:lvl5pPr marL="5589361" indent="0" algn="ctr">
              <a:buNone/>
              <a:defRPr/>
            </a:lvl5pPr>
            <a:lvl6pPr marL="6986702" indent="0" algn="ctr">
              <a:buNone/>
              <a:defRPr/>
            </a:lvl6pPr>
            <a:lvl7pPr marL="8384042" indent="0" algn="ctr">
              <a:buNone/>
              <a:defRPr/>
            </a:lvl7pPr>
            <a:lvl8pPr marL="9781383" indent="0" algn="ctr">
              <a:buNone/>
              <a:defRPr/>
            </a:lvl8pPr>
            <a:lvl9pPr marL="1117872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3761" y="4989517"/>
            <a:ext cx="27247692" cy="141122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937" y="13740963"/>
            <a:ext cx="25733931" cy="4247026"/>
          </a:xfrm>
          <a:prstGeom prst="rect">
            <a:avLst/>
          </a:prstGeom>
        </p:spPr>
        <p:txBody>
          <a:bodyPr anchor="t"/>
          <a:lstStyle>
            <a:lvl1pPr algn="l">
              <a:defRPr sz="12225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1937" y="9063298"/>
            <a:ext cx="25733931" cy="46776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6113"/>
            </a:lvl1pPr>
            <a:lvl2pPr marL="1397340" indent="0">
              <a:buNone/>
              <a:defRPr sz="5501"/>
            </a:lvl2pPr>
            <a:lvl3pPr marL="2794681" indent="0">
              <a:buNone/>
              <a:defRPr sz="4890"/>
            </a:lvl3pPr>
            <a:lvl4pPr marL="4192021" indent="0">
              <a:buNone/>
              <a:defRPr sz="4279"/>
            </a:lvl4pPr>
            <a:lvl5pPr marL="5589361" indent="0">
              <a:buNone/>
              <a:defRPr sz="4279"/>
            </a:lvl5pPr>
            <a:lvl6pPr marL="6986702" indent="0">
              <a:buNone/>
              <a:defRPr sz="4279"/>
            </a:lvl6pPr>
            <a:lvl7pPr marL="8384042" indent="0">
              <a:buNone/>
              <a:defRPr sz="4279"/>
            </a:lvl7pPr>
            <a:lvl8pPr marL="9781383" indent="0">
              <a:buNone/>
              <a:defRPr sz="4279"/>
            </a:lvl8pPr>
            <a:lvl9pPr marL="11178723" indent="0">
              <a:buNone/>
              <a:defRPr sz="427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1" y="856336"/>
            <a:ext cx="27247692" cy="35639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3760" y="4989517"/>
            <a:ext cx="13390960" cy="14112204"/>
          </a:xfrm>
          <a:prstGeom prst="rect">
            <a:avLst/>
          </a:prstGeom>
        </p:spPr>
        <p:txBody>
          <a:bodyPr/>
          <a:lstStyle>
            <a:lvl1pPr>
              <a:defRPr sz="8558"/>
            </a:lvl1pPr>
            <a:lvl2pPr>
              <a:defRPr sz="7335"/>
            </a:lvl2pPr>
            <a:lvl3pPr>
              <a:defRPr sz="6113"/>
            </a:lvl3pPr>
            <a:lvl4pPr>
              <a:defRPr sz="5501"/>
            </a:lvl4pPr>
            <a:lvl5pPr>
              <a:defRPr sz="5501"/>
            </a:lvl5pPr>
            <a:lvl6pPr>
              <a:defRPr sz="5501"/>
            </a:lvl6pPr>
            <a:lvl7pPr>
              <a:defRPr sz="5501"/>
            </a:lvl7pPr>
            <a:lvl8pPr>
              <a:defRPr sz="5501"/>
            </a:lvl8pPr>
            <a:lvl9pPr>
              <a:defRPr sz="55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70493" y="4989517"/>
            <a:ext cx="13390960" cy="14112204"/>
          </a:xfrm>
          <a:prstGeom prst="rect">
            <a:avLst/>
          </a:prstGeom>
        </p:spPr>
        <p:txBody>
          <a:bodyPr/>
          <a:lstStyle>
            <a:lvl1pPr>
              <a:defRPr sz="8558"/>
            </a:lvl1pPr>
            <a:lvl2pPr>
              <a:defRPr sz="7335"/>
            </a:lvl2pPr>
            <a:lvl3pPr>
              <a:defRPr sz="6113"/>
            </a:lvl3pPr>
            <a:lvl4pPr>
              <a:defRPr sz="5501"/>
            </a:lvl4pPr>
            <a:lvl5pPr>
              <a:defRPr sz="5501"/>
            </a:lvl5pPr>
            <a:lvl6pPr>
              <a:defRPr sz="5501"/>
            </a:lvl6pPr>
            <a:lvl7pPr>
              <a:defRPr sz="5501"/>
            </a:lvl7pPr>
            <a:lvl8pPr>
              <a:defRPr sz="5501"/>
            </a:lvl8pPr>
            <a:lvl9pPr>
              <a:defRPr sz="55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765" y="4786568"/>
            <a:ext cx="13376403" cy="199481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7335" b="1"/>
            </a:lvl1pPr>
            <a:lvl2pPr marL="1397340" indent="0">
              <a:buNone/>
              <a:defRPr sz="6113" b="1"/>
            </a:lvl2pPr>
            <a:lvl3pPr marL="2794681" indent="0">
              <a:buNone/>
              <a:defRPr sz="5501" b="1"/>
            </a:lvl3pPr>
            <a:lvl4pPr marL="4192021" indent="0">
              <a:buNone/>
              <a:defRPr sz="4890" b="1"/>
            </a:lvl4pPr>
            <a:lvl5pPr marL="5589361" indent="0">
              <a:buNone/>
              <a:defRPr sz="4890" b="1"/>
            </a:lvl5pPr>
            <a:lvl6pPr marL="6986702" indent="0">
              <a:buNone/>
              <a:defRPr sz="4890" b="1"/>
            </a:lvl6pPr>
            <a:lvl7pPr marL="8384042" indent="0">
              <a:buNone/>
              <a:defRPr sz="4890" b="1"/>
            </a:lvl7pPr>
            <a:lvl8pPr marL="9781383" indent="0">
              <a:buNone/>
              <a:defRPr sz="4890" b="1"/>
            </a:lvl8pPr>
            <a:lvl9pPr marL="11178723" indent="0">
              <a:buNone/>
              <a:defRPr sz="489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765" y="6781381"/>
            <a:ext cx="13376403" cy="12320336"/>
          </a:xfrm>
          <a:prstGeom prst="rect">
            <a:avLst/>
          </a:prstGeom>
        </p:spPr>
        <p:txBody>
          <a:bodyPr/>
          <a:lstStyle>
            <a:lvl1pPr>
              <a:defRPr sz="7335"/>
            </a:lvl1pPr>
            <a:lvl2pPr>
              <a:defRPr sz="6113"/>
            </a:lvl2pPr>
            <a:lvl3pPr>
              <a:defRPr sz="5501"/>
            </a:lvl3pPr>
            <a:lvl4pPr>
              <a:defRPr sz="4890"/>
            </a:lvl4pPr>
            <a:lvl5pPr>
              <a:defRPr sz="4890"/>
            </a:lvl5pPr>
            <a:lvl6pPr>
              <a:defRPr sz="4890"/>
            </a:lvl6pPr>
            <a:lvl7pPr>
              <a:defRPr sz="4890"/>
            </a:lvl7pPr>
            <a:lvl8pPr>
              <a:defRPr sz="4890"/>
            </a:lvl8pPr>
            <a:lvl9pPr>
              <a:defRPr sz="4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80198" y="4786568"/>
            <a:ext cx="13381256" cy="199481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7335" b="1"/>
            </a:lvl1pPr>
            <a:lvl2pPr marL="1397340" indent="0">
              <a:buNone/>
              <a:defRPr sz="6113" b="1"/>
            </a:lvl2pPr>
            <a:lvl3pPr marL="2794681" indent="0">
              <a:buNone/>
              <a:defRPr sz="5501" b="1"/>
            </a:lvl3pPr>
            <a:lvl4pPr marL="4192021" indent="0">
              <a:buNone/>
              <a:defRPr sz="4890" b="1"/>
            </a:lvl4pPr>
            <a:lvl5pPr marL="5589361" indent="0">
              <a:buNone/>
              <a:defRPr sz="4890" b="1"/>
            </a:lvl5pPr>
            <a:lvl6pPr marL="6986702" indent="0">
              <a:buNone/>
              <a:defRPr sz="4890" b="1"/>
            </a:lvl6pPr>
            <a:lvl7pPr marL="8384042" indent="0">
              <a:buNone/>
              <a:defRPr sz="4890" b="1"/>
            </a:lvl7pPr>
            <a:lvl8pPr marL="9781383" indent="0">
              <a:buNone/>
              <a:defRPr sz="4890" b="1"/>
            </a:lvl8pPr>
            <a:lvl9pPr marL="11178723" indent="0">
              <a:buNone/>
              <a:defRPr sz="4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80198" y="6781381"/>
            <a:ext cx="13381256" cy="12320336"/>
          </a:xfrm>
          <a:prstGeom prst="rect">
            <a:avLst/>
          </a:prstGeom>
        </p:spPr>
        <p:txBody>
          <a:bodyPr/>
          <a:lstStyle>
            <a:lvl1pPr>
              <a:defRPr sz="7335"/>
            </a:lvl1pPr>
            <a:lvl2pPr>
              <a:defRPr sz="6113"/>
            </a:lvl2pPr>
            <a:lvl3pPr>
              <a:defRPr sz="5501"/>
            </a:lvl3pPr>
            <a:lvl4pPr>
              <a:defRPr sz="4890"/>
            </a:lvl4pPr>
            <a:lvl5pPr>
              <a:defRPr sz="4890"/>
            </a:lvl5pPr>
            <a:lvl6pPr>
              <a:defRPr sz="4890"/>
            </a:lvl6pPr>
            <a:lvl7pPr>
              <a:defRPr sz="4890"/>
            </a:lvl7pPr>
            <a:lvl8pPr>
              <a:defRPr sz="4890"/>
            </a:lvl8pPr>
            <a:lvl9pPr>
              <a:defRPr sz="4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1" y="856336"/>
            <a:ext cx="27247692" cy="356393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0" y="851385"/>
            <a:ext cx="9960741" cy="3623336"/>
          </a:xfrm>
          <a:prstGeom prst="rect">
            <a:avLst/>
          </a:prstGeom>
        </p:spPr>
        <p:txBody>
          <a:bodyPr anchor="b"/>
          <a:lstStyle>
            <a:lvl1pPr algn="l">
              <a:defRPr sz="611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8384" y="851390"/>
            <a:ext cx="16923068" cy="18250332"/>
          </a:xfrm>
          <a:prstGeom prst="rect">
            <a:avLst/>
          </a:prstGeom>
        </p:spPr>
        <p:txBody>
          <a:bodyPr/>
          <a:lstStyle>
            <a:lvl1pPr>
              <a:defRPr sz="9780"/>
            </a:lvl1pPr>
            <a:lvl2pPr>
              <a:defRPr sz="8558"/>
            </a:lvl2pPr>
            <a:lvl3pPr>
              <a:defRPr sz="7335"/>
            </a:lvl3pPr>
            <a:lvl4pPr>
              <a:defRPr sz="6113"/>
            </a:lvl4pPr>
            <a:lvl5pPr>
              <a:defRPr sz="6113"/>
            </a:lvl5pPr>
            <a:lvl6pPr>
              <a:defRPr sz="6113"/>
            </a:lvl6pPr>
            <a:lvl7pPr>
              <a:defRPr sz="6113"/>
            </a:lvl7pPr>
            <a:lvl8pPr>
              <a:defRPr sz="6113"/>
            </a:lvl8pPr>
            <a:lvl9pPr>
              <a:defRPr sz="61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760" y="4474726"/>
            <a:ext cx="9960741" cy="14626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79"/>
            </a:lvl1pPr>
            <a:lvl2pPr marL="1397340" indent="0">
              <a:buNone/>
              <a:defRPr sz="3668"/>
            </a:lvl2pPr>
            <a:lvl3pPr marL="2794681" indent="0">
              <a:buNone/>
              <a:defRPr sz="3056"/>
            </a:lvl3pPr>
            <a:lvl4pPr marL="4192021" indent="0">
              <a:buNone/>
              <a:defRPr sz="2751"/>
            </a:lvl4pPr>
            <a:lvl5pPr marL="5589361" indent="0">
              <a:buNone/>
              <a:defRPr sz="2751"/>
            </a:lvl5pPr>
            <a:lvl6pPr marL="6986702" indent="0">
              <a:buNone/>
              <a:defRPr sz="2751"/>
            </a:lvl6pPr>
            <a:lvl7pPr marL="8384042" indent="0">
              <a:buNone/>
              <a:defRPr sz="2751"/>
            </a:lvl7pPr>
            <a:lvl8pPr marL="9781383" indent="0">
              <a:buNone/>
              <a:defRPr sz="2751"/>
            </a:lvl8pPr>
            <a:lvl9pPr marL="11178723" indent="0">
              <a:buNone/>
              <a:defRPr sz="2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3746" y="14968537"/>
            <a:ext cx="18165128" cy="1767121"/>
          </a:xfrm>
          <a:prstGeom prst="rect">
            <a:avLst/>
          </a:prstGeom>
        </p:spPr>
        <p:txBody>
          <a:bodyPr anchor="b"/>
          <a:lstStyle>
            <a:lvl1pPr algn="l">
              <a:defRPr sz="6113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3746" y="1910666"/>
            <a:ext cx="18165128" cy="12830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780"/>
            </a:lvl1pPr>
            <a:lvl2pPr marL="1397340" indent="0">
              <a:buNone/>
              <a:defRPr sz="8558"/>
            </a:lvl2pPr>
            <a:lvl3pPr marL="2794681" indent="0">
              <a:buNone/>
              <a:defRPr sz="7335"/>
            </a:lvl3pPr>
            <a:lvl4pPr marL="4192021" indent="0">
              <a:buNone/>
              <a:defRPr sz="6113"/>
            </a:lvl4pPr>
            <a:lvl5pPr marL="5589361" indent="0">
              <a:buNone/>
              <a:defRPr sz="6113"/>
            </a:lvl5pPr>
            <a:lvl6pPr marL="6986702" indent="0">
              <a:buNone/>
              <a:defRPr sz="6113"/>
            </a:lvl6pPr>
            <a:lvl7pPr marL="8384042" indent="0">
              <a:buNone/>
              <a:defRPr sz="6113"/>
            </a:lvl7pPr>
            <a:lvl8pPr marL="9781383" indent="0">
              <a:buNone/>
              <a:defRPr sz="6113"/>
            </a:lvl8pPr>
            <a:lvl9pPr marL="11178723" indent="0">
              <a:buNone/>
              <a:defRPr sz="6113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3746" y="16735658"/>
            <a:ext cx="18165128" cy="2509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79"/>
            </a:lvl1pPr>
            <a:lvl2pPr marL="1397340" indent="0">
              <a:buNone/>
              <a:defRPr sz="3668"/>
            </a:lvl2pPr>
            <a:lvl3pPr marL="2794681" indent="0">
              <a:buNone/>
              <a:defRPr sz="3056"/>
            </a:lvl3pPr>
            <a:lvl4pPr marL="4192021" indent="0">
              <a:buNone/>
              <a:defRPr sz="2751"/>
            </a:lvl4pPr>
            <a:lvl5pPr marL="5589361" indent="0">
              <a:buNone/>
              <a:defRPr sz="2751"/>
            </a:lvl5pPr>
            <a:lvl6pPr marL="6986702" indent="0">
              <a:buNone/>
              <a:defRPr sz="2751"/>
            </a:lvl6pPr>
            <a:lvl7pPr marL="8384042" indent="0">
              <a:buNone/>
              <a:defRPr sz="2751"/>
            </a:lvl7pPr>
            <a:lvl8pPr marL="9781383" indent="0">
              <a:buNone/>
              <a:defRPr sz="2751"/>
            </a:lvl8pPr>
            <a:lvl9pPr marL="11178723" indent="0">
              <a:buNone/>
              <a:defRPr sz="2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1" y="856336"/>
            <a:ext cx="27247692" cy="35639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3761" y="4989517"/>
            <a:ext cx="27247692" cy="141122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49529" y="856341"/>
            <a:ext cx="6811923" cy="1824538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3761" y="856341"/>
            <a:ext cx="19969996" cy="182453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6642785"/>
            <a:ext cx="25733931" cy="45836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282" y="12117388"/>
            <a:ext cx="21192649" cy="546470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39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794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1920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58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9867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384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781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1787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519D2E-21CB-48C1-AA3F-F60979D365F1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BE098-87A4-41DF-ACD0-17519A3254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40525-1125-4F92-B9D1-D0308BF0EDB7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F8F18-6C58-49AA-8A52-2D3B94763B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937" y="13740960"/>
            <a:ext cx="25733931" cy="4247026"/>
          </a:xfrm>
        </p:spPr>
        <p:txBody>
          <a:bodyPr anchor="t"/>
          <a:lstStyle>
            <a:lvl1pPr algn="l">
              <a:defRPr sz="12225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1937" y="9063294"/>
            <a:ext cx="25733931" cy="4677666"/>
          </a:xfrm>
        </p:spPr>
        <p:txBody>
          <a:bodyPr anchor="b"/>
          <a:lstStyle>
            <a:lvl1pPr marL="0" indent="0">
              <a:buNone/>
              <a:defRPr sz="6113">
                <a:solidFill>
                  <a:schemeClr val="tx1">
                    <a:tint val="75000"/>
                  </a:schemeClr>
                </a:solidFill>
              </a:defRPr>
            </a:lvl1pPr>
            <a:lvl2pPr marL="1397340" indent="0">
              <a:buNone/>
              <a:defRPr sz="5501">
                <a:solidFill>
                  <a:schemeClr val="tx1">
                    <a:tint val="75000"/>
                  </a:schemeClr>
                </a:solidFill>
              </a:defRPr>
            </a:lvl2pPr>
            <a:lvl3pPr marL="2794681" indent="0">
              <a:buNone/>
              <a:defRPr sz="4890">
                <a:solidFill>
                  <a:schemeClr val="tx1">
                    <a:tint val="75000"/>
                  </a:schemeClr>
                </a:solidFill>
              </a:defRPr>
            </a:lvl3pPr>
            <a:lvl4pPr marL="4192021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4pPr>
            <a:lvl5pPr marL="5589361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5pPr>
            <a:lvl6pPr marL="6986702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6pPr>
            <a:lvl7pPr marL="8384042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7pPr>
            <a:lvl8pPr marL="9781383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8pPr>
            <a:lvl9pPr marL="11178723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F32554-EBFA-42BB-979F-C8821E025584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F62BC-DA33-4BD7-88CE-304D389CE9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3760" y="4989514"/>
            <a:ext cx="13390960" cy="14112204"/>
          </a:xfrm>
        </p:spPr>
        <p:txBody>
          <a:bodyPr/>
          <a:lstStyle>
            <a:lvl1pPr>
              <a:defRPr sz="8558"/>
            </a:lvl1pPr>
            <a:lvl2pPr>
              <a:defRPr sz="7335"/>
            </a:lvl2pPr>
            <a:lvl3pPr>
              <a:defRPr sz="6113"/>
            </a:lvl3pPr>
            <a:lvl4pPr>
              <a:defRPr sz="5501"/>
            </a:lvl4pPr>
            <a:lvl5pPr>
              <a:defRPr sz="5501"/>
            </a:lvl5pPr>
            <a:lvl6pPr>
              <a:defRPr sz="5501"/>
            </a:lvl6pPr>
            <a:lvl7pPr>
              <a:defRPr sz="5501"/>
            </a:lvl7pPr>
            <a:lvl8pPr>
              <a:defRPr sz="5501"/>
            </a:lvl8pPr>
            <a:lvl9pPr>
              <a:defRPr sz="55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70493" y="4989514"/>
            <a:ext cx="13390960" cy="14112204"/>
          </a:xfrm>
        </p:spPr>
        <p:txBody>
          <a:bodyPr/>
          <a:lstStyle>
            <a:lvl1pPr>
              <a:defRPr sz="8558"/>
            </a:lvl1pPr>
            <a:lvl2pPr>
              <a:defRPr sz="7335"/>
            </a:lvl2pPr>
            <a:lvl3pPr>
              <a:defRPr sz="6113"/>
            </a:lvl3pPr>
            <a:lvl4pPr>
              <a:defRPr sz="5501"/>
            </a:lvl4pPr>
            <a:lvl5pPr>
              <a:defRPr sz="5501"/>
            </a:lvl5pPr>
            <a:lvl6pPr>
              <a:defRPr sz="5501"/>
            </a:lvl6pPr>
            <a:lvl7pPr>
              <a:defRPr sz="5501"/>
            </a:lvl7pPr>
            <a:lvl8pPr>
              <a:defRPr sz="5501"/>
            </a:lvl8pPr>
            <a:lvl9pPr>
              <a:defRPr sz="55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5EAE5-D4E9-47D3-9E9E-EB336CD9C776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022DEE-C475-4E11-AC2A-EFC955523A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761" y="4786568"/>
            <a:ext cx="13376406" cy="1994813"/>
          </a:xfrm>
        </p:spPr>
        <p:txBody>
          <a:bodyPr anchor="b"/>
          <a:lstStyle>
            <a:lvl1pPr marL="0" indent="0">
              <a:buNone/>
              <a:defRPr sz="7335" b="1"/>
            </a:lvl1pPr>
            <a:lvl2pPr marL="1397340" indent="0">
              <a:buNone/>
              <a:defRPr sz="6113" b="1"/>
            </a:lvl2pPr>
            <a:lvl3pPr marL="2794681" indent="0">
              <a:buNone/>
              <a:defRPr sz="5501" b="1"/>
            </a:lvl3pPr>
            <a:lvl4pPr marL="4192021" indent="0">
              <a:buNone/>
              <a:defRPr sz="4890" b="1"/>
            </a:lvl4pPr>
            <a:lvl5pPr marL="5589361" indent="0">
              <a:buNone/>
              <a:defRPr sz="4890" b="1"/>
            </a:lvl5pPr>
            <a:lvl6pPr marL="6986702" indent="0">
              <a:buNone/>
              <a:defRPr sz="4890" b="1"/>
            </a:lvl6pPr>
            <a:lvl7pPr marL="8384042" indent="0">
              <a:buNone/>
              <a:defRPr sz="4890" b="1"/>
            </a:lvl7pPr>
            <a:lvl8pPr marL="9781383" indent="0">
              <a:buNone/>
              <a:defRPr sz="4890" b="1"/>
            </a:lvl8pPr>
            <a:lvl9pPr marL="11178723" indent="0">
              <a:buNone/>
              <a:defRPr sz="4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761" y="6781381"/>
            <a:ext cx="13376406" cy="12320336"/>
          </a:xfrm>
        </p:spPr>
        <p:txBody>
          <a:bodyPr/>
          <a:lstStyle>
            <a:lvl1pPr>
              <a:defRPr sz="7335"/>
            </a:lvl1pPr>
            <a:lvl2pPr>
              <a:defRPr sz="6113"/>
            </a:lvl2pPr>
            <a:lvl3pPr>
              <a:defRPr sz="5501"/>
            </a:lvl3pPr>
            <a:lvl4pPr>
              <a:defRPr sz="4890"/>
            </a:lvl4pPr>
            <a:lvl5pPr>
              <a:defRPr sz="4890"/>
            </a:lvl5pPr>
            <a:lvl6pPr>
              <a:defRPr sz="4890"/>
            </a:lvl6pPr>
            <a:lvl7pPr>
              <a:defRPr sz="4890"/>
            </a:lvl7pPr>
            <a:lvl8pPr>
              <a:defRPr sz="4890"/>
            </a:lvl8pPr>
            <a:lvl9pPr>
              <a:defRPr sz="4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80198" y="4786568"/>
            <a:ext cx="13381256" cy="1994813"/>
          </a:xfrm>
        </p:spPr>
        <p:txBody>
          <a:bodyPr anchor="b"/>
          <a:lstStyle>
            <a:lvl1pPr marL="0" indent="0">
              <a:buNone/>
              <a:defRPr sz="7335" b="1"/>
            </a:lvl1pPr>
            <a:lvl2pPr marL="1397340" indent="0">
              <a:buNone/>
              <a:defRPr sz="6113" b="1"/>
            </a:lvl2pPr>
            <a:lvl3pPr marL="2794681" indent="0">
              <a:buNone/>
              <a:defRPr sz="5501" b="1"/>
            </a:lvl3pPr>
            <a:lvl4pPr marL="4192021" indent="0">
              <a:buNone/>
              <a:defRPr sz="4890" b="1"/>
            </a:lvl4pPr>
            <a:lvl5pPr marL="5589361" indent="0">
              <a:buNone/>
              <a:defRPr sz="4890" b="1"/>
            </a:lvl5pPr>
            <a:lvl6pPr marL="6986702" indent="0">
              <a:buNone/>
              <a:defRPr sz="4890" b="1"/>
            </a:lvl6pPr>
            <a:lvl7pPr marL="8384042" indent="0">
              <a:buNone/>
              <a:defRPr sz="4890" b="1"/>
            </a:lvl7pPr>
            <a:lvl8pPr marL="9781383" indent="0">
              <a:buNone/>
              <a:defRPr sz="4890" b="1"/>
            </a:lvl8pPr>
            <a:lvl9pPr marL="11178723" indent="0">
              <a:buNone/>
              <a:defRPr sz="4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80198" y="6781381"/>
            <a:ext cx="13381256" cy="12320336"/>
          </a:xfrm>
        </p:spPr>
        <p:txBody>
          <a:bodyPr/>
          <a:lstStyle>
            <a:lvl1pPr>
              <a:defRPr sz="7335"/>
            </a:lvl1pPr>
            <a:lvl2pPr>
              <a:defRPr sz="6113"/>
            </a:lvl2pPr>
            <a:lvl3pPr>
              <a:defRPr sz="5501"/>
            </a:lvl3pPr>
            <a:lvl4pPr>
              <a:defRPr sz="4890"/>
            </a:lvl4pPr>
            <a:lvl5pPr>
              <a:defRPr sz="4890"/>
            </a:lvl5pPr>
            <a:lvl6pPr>
              <a:defRPr sz="4890"/>
            </a:lvl6pPr>
            <a:lvl7pPr>
              <a:defRPr sz="4890"/>
            </a:lvl7pPr>
            <a:lvl8pPr>
              <a:defRPr sz="4890"/>
            </a:lvl8pPr>
            <a:lvl9pPr>
              <a:defRPr sz="4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87A0F-1F36-42B6-840D-EECE407FE763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1D4E5-3D39-42EF-8786-236A170E93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08450-DBAD-4A7A-8C22-3DCE1C6738ED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6B1A4-3E1E-4AD4-9AD9-B583DCB9F0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5ED14-1B8F-4FED-B787-31975BDBCEFD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A5462-8A1F-433D-A0D1-8D4A6E1689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0" y="851385"/>
            <a:ext cx="9960741" cy="3623336"/>
          </a:xfrm>
        </p:spPr>
        <p:txBody>
          <a:bodyPr anchor="b"/>
          <a:lstStyle>
            <a:lvl1pPr algn="l">
              <a:defRPr sz="6113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8384" y="851386"/>
            <a:ext cx="16923068" cy="18250332"/>
          </a:xfrm>
        </p:spPr>
        <p:txBody>
          <a:bodyPr/>
          <a:lstStyle>
            <a:lvl1pPr>
              <a:defRPr sz="9780"/>
            </a:lvl1pPr>
            <a:lvl2pPr>
              <a:defRPr sz="8558"/>
            </a:lvl2pPr>
            <a:lvl3pPr>
              <a:defRPr sz="7335"/>
            </a:lvl3pPr>
            <a:lvl4pPr>
              <a:defRPr sz="6113"/>
            </a:lvl4pPr>
            <a:lvl5pPr>
              <a:defRPr sz="6113"/>
            </a:lvl5pPr>
            <a:lvl6pPr>
              <a:defRPr sz="6113"/>
            </a:lvl6pPr>
            <a:lvl7pPr>
              <a:defRPr sz="6113"/>
            </a:lvl7pPr>
            <a:lvl8pPr>
              <a:defRPr sz="6113"/>
            </a:lvl8pPr>
            <a:lvl9pPr>
              <a:defRPr sz="61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760" y="4474723"/>
            <a:ext cx="9960741" cy="14626995"/>
          </a:xfrm>
        </p:spPr>
        <p:txBody>
          <a:bodyPr/>
          <a:lstStyle>
            <a:lvl1pPr marL="0" indent="0">
              <a:buNone/>
              <a:defRPr sz="4279"/>
            </a:lvl1pPr>
            <a:lvl2pPr marL="1397340" indent="0">
              <a:buNone/>
              <a:defRPr sz="3668"/>
            </a:lvl2pPr>
            <a:lvl3pPr marL="2794681" indent="0">
              <a:buNone/>
              <a:defRPr sz="3056"/>
            </a:lvl3pPr>
            <a:lvl4pPr marL="4192021" indent="0">
              <a:buNone/>
              <a:defRPr sz="2751"/>
            </a:lvl4pPr>
            <a:lvl5pPr marL="5589361" indent="0">
              <a:buNone/>
              <a:defRPr sz="2751"/>
            </a:lvl5pPr>
            <a:lvl6pPr marL="6986702" indent="0">
              <a:buNone/>
              <a:defRPr sz="2751"/>
            </a:lvl6pPr>
            <a:lvl7pPr marL="8384042" indent="0">
              <a:buNone/>
              <a:defRPr sz="2751"/>
            </a:lvl7pPr>
            <a:lvl8pPr marL="9781383" indent="0">
              <a:buNone/>
              <a:defRPr sz="2751"/>
            </a:lvl8pPr>
            <a:lvl9pPr marL="11178723" indent="0">
              <a:buNone/>
              <a:defRPr sz="2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88E59-29DB-46E9-9E60-F4A44486C7E9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77198-661E-474E-B874-D71B743D3B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3749" y="14968537"/>
            <a:ext cx="18165128" cy="1767121"/>
          </a:xfrm>
        </p:spPr>
        <p:txBody>
          <a:bodyPr anchor="b"/>
          <a:lstStyle>
            <a:lvl1pPr algn="l">
              <a:defRPr sz="6113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3749" y="1910666"/>
            <a:ext cx="18165128" cy="12830175"/>
          </a:xfrm>
        </p:spPr>
        <p:txBody>
          <a:bodyPr rtlCol="0">
            <a:normAutofit/>
          </a:bodyPr>
          <a:lstStyle>
            <a:lvl1pPr marL="0" indent="0">
              <a:buNone/>
              <a:defRPr sz="9780"/>
            </a:lvl1pPr>
            <a:lvl2pPr marL="1397340" indent="0">
              <a:buNone/>
              <a:defRPr sz="8558"/>
            </a:lvl2pPr>
            <a:lvl3pPr marL="2794681" indent="0">
              <a:buNone/>
              <a:defRPr sz="7335"/>
            </a:lvl3pPr>
            <a:lvl4pPr marL="4192021" indent="0">
              <a:buNone/>
              <a:defRPr sz="6113"/>
            </a:lvl4pPr>
            <a:lvl5pPr marL="5589361" indent="0">
              <a:buNone/>
              <a:defRPr sz="6113"/>
            </a:lvl5pPr>
            <a:lvl6pPr marL="6986702" indent="0">
              <a:buNone/>
              <a:defRPr sz="6113"/>
            </a:lvl6pPr>
            <a:lvl7pPr marL="8384042" indent="0">
              <a:buNone/>
              <a:defRPr sz="6113"/>
            </a:lvl7pPr>
            <a:lvl8pPr marL="9781383" indent="0">
              <a:buNone/>
              <a:defRPr sz="6113"/>
            </a:lvl8pPr>
            <a:lvl9pPr marL="11178723" indent="0">
              <a:buNone/>
              <a:defRPr sz="6113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3749" y="16735658"/>
            <a:ext cx="18165128" cy="2509604"/>
          </a:xfrm>
        </p:spPr>
        <p:txBody>
          <a:bodyPr/>
          <a:lstStyle>
            <a:lvl1pPr marL="0" indent="0">
              <a:buNone/>
              <a:defRPr sz="4279"/>
            </a:lvl1pPr>
            <a:lvl2pPr marL="1397340" indent="0">
              <a:buNone/>
              <a:defRPr sz="3668"/>
            </a:lvl2pPr>
            <a:lvl3pPr marL="2794681" indent="0">
              <a:buNone/>
              <a:defRPr sz="3056"/>
            </a:lvl3pPr>
            <a:lvl4pPr marL="4192021" indent="0">
              <a:buNone/>
              <a:defRPr sz="2751"/>
            </a:lvl4pPr>
            <a:lvl5pPr marL="5589361" indent="0">
              <a:buNone/>
              <a:defRPr sz="2751"/>
            </a:lvl5pPr>
            <a:lvl6pPr marL="6986702" indent="0">
              <a:buNone/>
              <a:defRPr sz="2751"/>
            </a:lvl6pPr>
            <a:lvl7pPr marL="8384042" indent="0">
              <a:buNone/>
              <a:defRPr sz="2751"/>
            </a:lvl7pPr>
            <a:lvl8pPr marL="9781383" indent="0">
              <a:buNone/>
              <a:defRPr sz="2751"/>
            </a:lvl8pPr>
            <a:lvl9pPr marL="11178723" indent="0">
              <a:buNone/>
              <a:defRPr sz="2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4021C-7BCD-414A-B3C3-B44246247847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A4020C-BEF0-4C10-A5D8-C1BD30E59A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3DFD9-1C7B-4C1F-AE03-27067F75105F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75349-BD63-4ED3-AACB-68983F5135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49529" y="856338"/>
            <a:ext cx="6811923" cy="182453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3761" y="856338"/>
            <a:ext cx="19969996" cy="182453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11DFE-5770-4CA8-A965-10786310DB9A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2BB16-B104-4D53-9E01-D50E16DBE5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18584-C4A7-4CB4-AAB8-8F50988B8C3D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A07DB2-6B7E-47C0-8F51-7527C0C7F9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6642788"/>
            <a:ext cx="25733931" cy="45836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282" y="12117388"/>
            <a:ext cx="21192649" cy="546470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39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794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1920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58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9867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384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781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1787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FE325-68B0-4B0C-8BAE-47E26E60E2F5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CE46F-C721-498F-9F68-3525810A41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DA18D-9414-44A1-BE0B-0CB30EB9FF66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A31DE-77E3-4332-BACE-2025EFD4CA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937" y="13740963"/>
            <a:ext cx="25733931" cy="4247026"/>
          </a:xfrm>
        </p:spPr>
        <p:txBody>
          <a:bodyPr anchor="t"/>
          <a:lstStyle>
            <a:lvl1pPr algn="l">
              <a:defRPr sz="12225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1937" y="9063298"/>
            <a:ext cx="25733931" cy="4677666"/>
          </a:xfrm>
        </p:spPr>
        <p:txBody>
          <a:bodyPr anchor="b"/>
          <a:lstStyle>
            <a:lvl1pPr marL="0" indent="0">
              <a:buNone/>
              <a:defRPr sz="6113">
                <a:solidFill>
                  <a:schemeClr val="tx1">
                    <a:tint val="75000"/>
                  </a:schemeClr>
                </a:solidFill>
              </a:defRPr>
            </a:lvl1pPr>
            <a:lvl2pPr marL="1397340" indent="0">
              <a:buNone/>
              <a:defRPr sz="5501">
                <a:solidFill>
                  <a:schemeClr val="tx1">
                    <a:tint val="75000"/>
                  </a:schemeClr>
                </a:solidFill>
              </a:defRPr>
            </a:lvl2pPr>
            <a:lvl3pPr marL="2794681" indent="0">
              <a:buNone/>
              <a:defRPr sz="4890">
                <a:solidFill>
                  <a:schemeClr val="tx1">
                    <a:tint val="75000"/>
                  </a:schemeClr>
                </a:solidFill>
              </a:defRPr>
            </a:lvl3pPr>
            <a:lvl4pPr marL="4192021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4pPr>
            <a:lvl5pPr marL="5589361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5pPr>
            <a:lvl6pPr marL="6986702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6pPr>
            <a:lvl7pPr marL="8384042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7pPr>
            <a:lvl8pPr marL="9781383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8pPr>
            <a:lvl9pPr marL="11178723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DBD62D-BD5B-455D-8C15-467D6025CAD8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8ABC90-AF50-427F-8DB4-277A1D7B60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3760" y="4989517"/>
            <a:ext cx="13390960" cy="14112204"/>
          </a:xfrm>
        </p:spPr>
        <p:txBody>
          <a:bodyPr/>
          <a:lstStyle>
            <a:lvl1pPr>
              <a:defRPr sz="8558"/>
            </a:lvl1pPr>
            <a:lvl2pPr>
              <a:defRPr sz="7335"/>
            </a:lvl2pPr>
            <a:lvl3pPr>
              <a:defRPr sz="6113"/>
            </a:lvl3pPr>
            <a:lvl4pPr>
              <a:defRPr sz="5501"/>
            </a:lvl4pPr>
            <a:lvl5pPr>
              <a:defRPr sz="5501"/>
            </a:lvl5pPr>
            <a:lvl6pPr>
              <a:defRPr sz="5501"/>
            </a:lvl6pPr>
            <a:lvl7pPr>
              <a:defRPr sz="5501"/>
            </a:lvl7pPr>
            <a:lvl8pPr>
              <a:defRPr sz="5501"/>
            </a:lvl8pPr>
            <a:lvl9pPr>
              <a:defRPr sz="55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70493" y="4989517"/>
            <a:ext cx="13390960" cy="14112204"/>
          </a:xfrm>
        </p:spPr>
        <p:txBody>
          <a:bodyPr/>
          <a:lstStyle>
            <a:lvl1pPr>
              <a:defRPr sz="8558"/>
            </a:lvl1pPr>
            <a:lvl2pPr>
              <a:defRPr sz="7335"/>
            </a:lvl2pPr>
            <a:lvl3pPr>
              <a:defRPr sz="6113"/>
            </a:lvl3pPr>
            <a:lvl4pPr>
              <a:defRPr sz="5501"/>
            </a:lvl4pPr>
            <a:lvl5pPr>
              <a:defRPr sz="5501"/>
            </a:lvl5pPr>
            <a:lvl6pPr>
              <a:defRPr sz="5501"/>
            </a:lvl6pPr>
            <a:lvl7pPr>
              <a:defRPr sz="5501"/>
            </a:lvl7pPr>
            <a:lvl8pPr>
              <a:defRPr sz="5501"/>
            </a:lvl8pPr>
            <a:lvl9pPr>
              <a:defRPr sz="55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6D0BA1-5331-443D-9E88-A5B23820B9BE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916F8-F691-4D9F-99B1-5B8E1F3AB3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765" y="4786568"/>
            <a:ext cx="13376403" cy="1994813"/>
          </a:xfrm>
        </p:spPr>
        <p:txBody>
          <a:bodyPr anchor="b"/>
          <a:lstStyle>
            <a:lvl1pPr marL="0" indent="0">
              <a:buNone/>
              <a:defRPr sz="7335" b="1"/>
            </a:lvl1pPr>
            <a:lvl2pPr marL="1397340" indent="0">
              <a:buNone/>
              <a:defRPr sz="6113" b="1"/>
            </a:lvl2pPr>
            <a:lvl3pPr marL="2794681" indent="0">
              <a:buNone/>
              <a:defRPr sz="5501" b="1"/>
            </a:lvl3pPr>
            <a:lvl4pPr marL="4192021" indent="0">
              <a:buNone/>
              <a:defRPr sz="4890" b="1"/>
            </a:lvl4pPr>
            <a:lvl5pPr marL="5589361" indent="0">
              <a:buNone/>
              <a:defRPr sz="4890" b="1"/>
            </a:lvl5pPr>
            <a:lvl6pPr marL="6986702" indent="0">
              <a:buNone/>
              <a:defRPr sz="4890" b="1"/>
            </a:lvl6pPr>
            <a:lvl7pPr marL="8384042" indent="0">
              <a:buNone/>
              <a:defRPr sz="4890" b="1"/>
            </a:lvl7pPr>
            <a:lvl8pPr marL="9781383" indent="0">
              <a:buNone/>
              <a:defRPr sz="4890" b="1"/>
            </a:lvl8pPr>
            <a:lvl9pPr marL="11178723" indent="0">
              <a:buNone/>
              <a:defRPr sz="4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765" y="6781381"/>
            <a:ext cx="13376403" cy="12320336"/>
          </a:xfrm>
        </p:spPr>
        <p:txBody>
          <a:bodyPr/>
          <a:lstStyle>
            <a:lvl1pPr>
              <a:defRPr sz="7335"/>
            </a:lvl1pPr>
            <a:lvl2pPr>
              <a:defRPr sz="6113"/>
            </a:lvl2pPr>
            <a:lvl3pPr>
              <a:defRPr sz="5501"/>
            </a:lvl3pPr>
            <a:lvl4pPr>
              <a:defRPr sz="4890"/>
            </a:lvl4pPr>
            <a:lvl5pPr>
              <a:defRPr sz="4890"/>
            </a:lvl5pPr>
            <a:lvl6pPr>
              <a:defRPr sz="4890"/>
            </a:lvl6pPr>
            <a:lvl7pPr>
              <a:defRPr sz="4890"/>
            </a:lvl7pPr>
            <a:lvl8pPr>
              <a:defRPr sz="4890"/>
            </a:lvl8pPr>
            <a:lvl9pPr>
              <a:defRPr sz="4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80198" y="4786568"/>
            <a:ext cx="13381256" cy="1994813"/>
          </a:xfrm>
        </p:spPr>
        <p:txBody>
          <a:bodyPr anchor="b"/>
          <a:lstStyle>
            <a:lvl1pPr marL="0" indent="0">
              <a:buNone/>
              <a:defRPr sz="7335" b="1"/>
            </a:lvl1pPr>
            <a:lvl2pPr marL="1397340" indent="0">
              <a:buNone/>
              <a:defRPr sz="6113" b="1"/>
            </a:lvl2pPr>
            <a:lvl3pPr marL="2794681" indent="0">
              <a:buNone/>
              <a:defRPr sz="5501" b="1"/>
            </a:lvl3pPr>
            <a:lvl4pPr marL="4192021" indent="0">
              <a:buNone/>
              <a:defRPr sz="4890" b="1"/>
            </a:lvl4pPr>
            <a:lvl5pPr marL="5589361" indent="0">
              <a:buNone/>
              <a:defRPr sz="4890" b="1"/>
            </a:lvl5pPr>
            <a:lvl6pPr marL="6986702" indent="0">
              <a:buNone/>
              <a:defRPr sz="4890" b="1"/>
            </a:lvl6pPr>
            <a:lvl7pPr marL="8384042" indent="0">
              <a:buNone/>
              <a:defRPr sz="4890" b="1"/>
            </a:lvl7pPr>
            <a:lvl8pPr marL="9781383" indent="0">
              <a:buNone/>
              <a:defRPr sz="4890" b="1"/>
            </a:lvl8pPr>
            <a:lvl9pPr marL="11178723" indent="0">
              <a:buNone/>
              <a:defRPr sz="4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80198" y="6781381"/>
            <a:ext cx="13381256" cy="12320336"/>
          </a:xfrm>
        </p:spPr>
        <p:txBody>
          <a:bodyPr/>
          <a:lstStyle>
            <a:lvl1pPr>
              <a:defRPr sz="7335"/>
            </a:lvl1pPr>
            <a:lvl2pPr>
              <a:defRPr sz="6113"/>
            </a:lvl2pPr>
            <a:lvl3pPr>
              <a:defRPr sz="5501"/>
            </a:lvl3pPr>
            <a:lvl4pPr>
              <a:defRPr sz="4890"/>
            </a:lvl4pPr>
            <a:lvl5pPr>
              <a:defRPr sz="4890"/>
            </a:lvl5pPr>
            <a:lvl6pPr>
              <a:defRPr sz="4890"/>
            </a:lvl6pPr>
            <a:lvl7pPr>
              <a:defRPr sz="4890"/>
            </a:lvl7pPr>
            <a:lvl8pPr>
              <a:defRPr sz="4890"/>
            </a:lvl8pPr>
            <a:lvl9pPr>
              <a:defRPr sz="4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58814-7268-4385-A895-E6E09FCB32E7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6A489-8C03-4188-95FE-7984E01CD9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27F8C9-5270-4348-9C23-4F2B18A2E07D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41E1EA-0A2B-4C03-A15B-1ECDD3D339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4D421-6EAE-4920-8718-50886EB04948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79915-4431-4430-8DBE-2A2A798542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0" y="851385"/>
            <a:ext cx="9960741" cy="3623336"/>
          </a:xfrm>
        </p:spPr>
        <p:txBody>
          <a:bodyPr anchor="b"/>
          <a:lstStyle>
            <a:lvl1pPr algn="l">
              <a:defRPr sz="6113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8384" y="851390"/>
            <a:ext cx="16923068" cy="18250332"/>
          </a:xfrm>
        </p:spPr>
        <p:txBody>
          <a:bodyPr/>
          <a:lstStyle>
            <a:lvl1pPr>
              <a:defRPr sz="9780"/>
            </a:lvl1pPr>
            <a:lvl2pPr>
              <a:defRPr sz="8558"/>
            </a:lvl2pPr>
            <a:lvl3pPr>
              <a:defRPr sz="7335"/>
            </a:lvl3pPr>
            <a:lvl4pPr>
              <a:defRPr sz="6113"/>
            </a:lvl4pPr>
            <a:lvl5pPr>
              <a:defRPr sz="6113"/>
            </a:lvl5pPr>
            <a:lvl6pPr>
              <a:defRPr sz="6113"/>
            </a:lvl6pPr>
            <a:lvl7pPr>
              <a:defRPr sz="6113"/>
            </a:lvl7pPr>
            <a:lvl8pPr>
              <a:defRPr sz="6113"/>
            </a:lvl8pPr>
            <a:lvl9pPr>
              <a:defRPr sz="61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760" y="4474726"/>
            <a:ext cx="9960741" cy="14626995"/>
          </a:xfrm>
        </p:spPr>
        <p:txBody>
          <a:bodyPr/>
          <a:lstStyle>
            <a:lvl1pPr marL="0" indent="0">
              <a:buNone/>
              <a:defRPr sz="4279"/>
            </a:lvl1pPr>
            <a:lvl2pPr marL="1397340" indent="0">
              <a:buNone/>
              <a:defRPr sz="3668"/>
            </a:lvl2pPr>
            <a:lvl3pPr marL="2794681" indent="0">
              <a:buNone/>
              <a:defRPr sz="3056"/>
            </a:lvl3pPr>
            <a:lvl4pPr marL="4192021" indent="0">
              <a:buNone/>
              <a:defRPr sz="2751"/>
            </a:lvl4pPr>
            <a:lvl5pPr marL="5589361" indent="0">
              <a:buNone/>
              <a:defRPr sz="2751"/>
            </a:lvl5pPr>
            <a:lvl6pPr marL="6986702" indent="0">
              <a:buNone/>
              <a:defRPr sz="2751"/>
            </a:lvl6pPr>
            <a:lvl7pPr marL="8384042" indent="0">
              <a:buNone/>
              <a:defRPr sz="2751"/>
            </a:lvl7pPr>
            <a:lvl8pPr marL="9781383" indent="0">
              <a:buNone/>
              <a:defRPr sz="2751"/>
            </a:lvl8pPr>
            <a:lvl9pPr marL="11178723" indent="0">
              <a:buNone/>
              <a:defRPr sz="2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07FF94-2881-4A89-9C55-A854A0E79758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D84DFB-BE0B-43BC-9085-8889016570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3746" y="14968537"/>
            <a:ext cx="18165128" cy="1767121"/>
          </a:xfrm>
        </p:spPr>
        <p:txBody>
          <a:bodyPr anchor="b"/>
          <a:lstStyle>
            <a:lvl1pPr algn="l">
              <a:defRPr sz="6113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3746" y="1910666"/>
            <a:ext cx="18165128" cy="12830175"/>
          </a:xfrm>
        </p:spPr>
        <p:txBody>
          <a:bodyPr rtlCol="0">
            <a:normAutofit/>
          </a:bodyPr>
          <a:lstStyle>
            <a:lvl1pPr marL="0" indent="0">
              <a:buNone/>
              <a:defRPr sz="9780"/>
            </a:lvl1pPr>
            <a:lvl2pPr marL="1397340" indent="0">
              <a:buNone/>
              <a:defRPr sz="8558"/>
            </a:lvl2pPr>
            <a:lvl3pPr marL="2794681" indent="0">
              <a:buNone/>
              <a:defRPr sz="7335"/>
            </a:lvl3pPr>
            <a:lvl4pPr marL="4192021" indent="0">
              <a:buNone/>
              <a:defRPr sz="6113"/>
            </a:lvl4pPr>
            <a:lvl5pPr marL="5589361" indent="0">
              <a:buNone/>
              <a:defRPr sz="6113"/>
            </a:lvl5pPr>
            <a:lvl6pPr marL="6986702" indent="0">
              <a:buNone/>
              <a:defRPr sz="6113"/>
            </a:lvl6pPr>
            <a:lvl7pPr marL="8384042" indent="0">
              <a:buNone/>
              <a:defRPr sz="6113"/>
            </a:lvl7pPr>
            <a:lvl8pPr marL="9781383" indent="0">
              <a:buNone/>
              <a:defRPr sz="6113"/>
            </a:lvl8pPr>
            <a:lvl9pPr marL="11178723" indent="0">
              <a:buNone/>
              <a:defRPr sz="6113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3746" y="16735658"/>
            <a:ext cx="18165128" cy="2509604"/>
          </a:xfrm>
        </p:spPr>
        <p:txBody>
          <a:bodyPr/>
          <a:lstStyle>
            <a:lvl1pPr marL="0" indent="0">
              <a:buNone/>
              <a:defRPr sz="4279"/>
            </a:lvl1pPr>
            <a:lvl2pPr marL="1397340" indent="0">
              <a:buNone/>
              <a:defRPr sz="3668"/>
            </a:lvl2pPr>
            <a:lvl3pPr marL="2794681" indent="0">
              <a:buNone/>
              <a:defRPr sz="3056"/>
            </a:lvl3pPr>
            <a:lvl4pPr marL="4192021" indent="0">
              <a:buNone/>
              <a:defRPr sz="2751"/>
            </a:lvl4pPr>
            <a:lvl5pPr marL="5589361" indent="0">
              <a:buNone/>
              <a:defRPr sz="2751"/>
            </a:lvl5pPr>
            <a:lvl6pPr marL="6986702" indent="0">
              <a:buNone/>
              <a:defRPr sz="2751"/>
            </a:lvl6pPr>
            <a:lvl7pPr marL="8384042" indent="0">
              <a:buNone/>
              <a:defRPr sz="2751"/>
            </a:lvl7pPr>
            <a:lvl8pPr marL="9781383" indent="0">
              <a:buNone/>
              <a:defRPr sz="2751"/>
            </a:lvl8pPr>
            <a:lvl9pPr marL="11178723" indent="0">
              <a:buNone/>
              <a:defRPr sz="2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52230-FE61-49D8-90E8-2C8C20A0B1C7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273718-969A-4F59-8140-0D6F5C214E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A5712-BDA7-438D-A816-48DBB12F9DF7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66774-C790-4BA5-BFDC-2146F8AEBA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49529" y="856341"/>
            <a:ext cx="6811923" cy="182453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3761" y="856341"/>
            <a:ext cx="19969996" cy="182453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E84BE-E8B3-44AA-BF5E-A429EB3C5018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4357C-3A70-42DF-B776-F3E0397DD5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6642788"/>
            <a:ext cx="25733931" cy="45836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282" y="12117388"/>
            <a:ext cx="21192649" cy="546470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39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794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1920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58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9867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384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781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1787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DC4A71-D313-48D4-8F32-D97D15F130E2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AA222-D607-40F0-B61A-4D580CB583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A5150-152D-4CD0-85E2-7268891A0FFE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CC3C2-D727-4A22-8C92-05B84EA013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937" y="13740963"/>
            <a:ext cx="25733931" cy="4247026"/>
          </a:xfrm>
        </p:spPr>
        <p:txBody>
          <a:bodyPr anchor="t"/>
          <a:lstStyle>
            <a:lvl1pPr algn="l">
              <a:defRPr sz="12225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1937" y="9063298"/>
            <a:ext cx="25733931" cy="4677666"/>
          </a:xfrm>
        </p:spPr>
        <p:txBody>
          <a:bodyPr anchor="b"/>
          <a:lstStyle>
            <a:lvl1pPr marL="0" indent="0">
              <a:buNone/>
              <a:defRPr sz="6113">
                <a:solidFill>
                  <a:schemeClr val="tx1">
                    <a:tint val="75000"/>
                  </a:schemeClr>
                </a:solidFill>
              </a:defRPr>
            </a:lvl1pPr>
            <a:lvl2pPr marL="1397340" indent="0">
              <a:buNone/>
              <a:defRPr sz="5501">
                <a:solidFill>
                  <a:schemeClr val="tx1">
                    <a:tint val="75000"/>
                  </a:schemeClr>
                </a:solidFill>
              </a:defRPr>
            </a:lvl2pPr>
            <a:lvl3pPr marL="2794681" indent="0">
              <a:buNone/>
              <a:defRPr sz="4890">
                <a:solidFill>
                  <a:schemeClr val="tx1">
                    <a:tint val="75000"/>
                  </a:schemeClr>
                </a:solidFill>
              </a:defRPr>
            </a:lvl3pPr>
            <a:lvl4pPr marL="4192021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4pPr>
            <a:lvl5pPr marL="5589361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5pPr>
            <a:lvl6pPr marL="6986702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6pPr>
            <a:lvl7pPr marL="8384042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7pPr>
            <a:lvl8pPr marL="9781383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8pPr>
            <a:lvl9pPr marL="11178723" indent="0">
              <a:buNone/>
              <a:defRPr sz="42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0B4DA1-5F91-48A9-9C36-E3A36C08D841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049E0-9878-4B84-8B65-F763EF6133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3760" y="4989517"/>
            <a:ext cx="13390960" cy="14112204"/>
          </a:xfrm>
        </p:spPr>
        <p:txBody>
          <a:bodyPr/>
          <a:lstStyle>
            <a:lvl1pPr>
              <a:defRPr sz="8558"/>
            </a:lvl1pPr>
            <a:lvl2pPr>
              <a:defRPr sz="7335"/>
            </a:lvl2pPr>
            <a:lvl3pPr>
              <a:defRPr sz="6113"/>
            </a:lvl3pPr>
            <a:lvl4pPr>
              <a:defRPr sz="5501"/>
            </a:lvl4pPr>
            <a:lvl5pPr>
              <a:defRPr sz="5501"/>
            </a:lvl5pPr>
            <a:lvl6pPr>
              <a:defRPr sz="5501"/>
            </a:lvl6pPr>
            <a:lvl7pPr>
              <a:defRPr sz="5501"/>
            </a:lvl7pPr>
            <a:lvl8pPr>
              <a:defRPr sz="5501"/>
            </a:lvl8pPr>
            <a:lvl9pPr>
              <a:defRPr sz="55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70493" y="4989517"/>
            <a:ext cx="13390960" cy="14112204"/>
          </a:xfrm>
        </p:spPr>
        <p:txBody>
          <a:bodyPr/>
          <a:lstStyle>
            <a:lvl1pPr>
              <a:defRPr sz="8558"/>
            </a:lvl1pPr>
            <a:lvl2pPr>
              <a:defRPr sz="7335"/>
            </a:lvl2pPr>
            <a:lvl3pPr>
              <a:defRPr sz="6113"/>
            </a:lvl3pPr>
            <a:lvl4pPr>
              <a:defRPr sz="5501"/>
            </a:lvl4pPr>
            <a:lvl5pPr>
              <a:defRPr sz="5501"/>
            </a:lvl5pPr>
            <a:lvl6pPr>
              <a:defRPr sz="5501"/>
            </a:lvl6pPr>
            <a:lvl7pPr>
              <a:defRPr sz="5501"/>
            </a:lvl7pPr>
            <a:lvl8pPr>
              <a:defRPr sz="5501"/>
            </a:lvl8pPr>
            <a:lvl9pPr>
              <a:defRPr sz="55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EC5E8-D17D-454A-A75D-EA674139D656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64462-D2A5-48B9-BDC0-F7C712EA7F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765" y="4786568"/>
            <a:ext cx="13376403" cy="1994813"/>
          </a:xfrm>
        </p:spPr>
        <p:txBody>
          <a:bodyPr anchor="b"/>
          <a:lstStyle>
            <a:lvl1pPr marL="0" indent="0">
              <a:buNone/>
              <a:defRPr sz="7335" b="1"/>
            </a:lvl1pPr>
            <a:lvl2pPr marL="1397340" indent="0">
              <a:buNone/>
              <a:defRPr sz="6113" b="1"/>
            </a:lvl2pPr>
            <a:lvl3pPr marL="2794681" indent="0">
              <a:buNone/>
              <a:defRPr sz="5501" b="1"/>
            </a:lvl3pPr>
            <a:lvl4pPr marL="4192021" indent="0">
              <a:buNone/>
              <a:defRPr sz="4890" b="1"/>
            </a:lvl4pPr>
            <a:lvl5pPr marL="5589361" indent="0">
              <a:buNone/>
              <a:defRPr sz="4890" b="1"/>
            </a:lvl5pPr>
            <a:lvl6pPr marL="6986702" indent="0">
              <a:buNone/>
              <a:defRPr sz="4890" b="1"/>
            </a:lvl6pPr>
            <a:lvl7pPr marL="8384042" indent="0">
              <a:buNone/>
              <a:defRPr sz="4890" b="1"/>
            </a:lvl7pPr>
            <a:lvl8pPr marL="9781383" indent="0">
              <a:buNone/>
              <a:defRPr sz="4890" b="1"/>
            </a:lvl8pPr>
            <a:lvl9pPr marL="11178723" indent="0">
              <a:buNone/>
              <a:defRPr sz="4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765" y="6781381"/>
            <a:ext cx="13376403" cy="12320336"/>
          </a:xfrm>
        </p:spPr>
        <p:txBody>
          <a:bodyPr/>
          <a:lstStyle>
            <a:lvl1pPr>
              <a:defRPr sz="7335"/>
            </a:lvl1pPr>
            <a:lvl2pPr>
              <a:defRPr sz="6113"/>
            </a:lvl2pPr>
            <a:lvl3pPr>
              <a:defRPr sz="5501"/>
            </a:lvl3pPr>
            <a:lvl4pPr>
              <a:defRPr sz="4890"/>
            </a:lvl4pPr>
            <a:lvl5pPr>
              <a:defRPr sz="4890"/>
            </a:lvl5pPr>
            <a:lvl6pPr>
              <a:defRPr sz="4890"/>
            </a:lvl6pPr>
            <a:lvl7pPr>
              <a:defRPr sz="4890"/>
            </a:lvl7pPr>
            <a:lvl8pPr>
              <a:defRPr sz="4890"/>
            </a:lvl8pPr>
            <a:lvl9pPr>
              <a:defRPr sz="4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80198" y="4786568"/>
            <a:ext cx="13381256" cy="1994813"/>
          </a:xfrm>
        </p:spPr>
        <p:txBody>
          <a:bodyPr anchor="b"/>
          <a:lstStyle>
            <a:lvl1pPr marL="0" indent="0">
              <a:buNone/>
              <a:defRPr sz="7335" b="1"/>
            </a:lvl1pPr>
            <a:lvl2pPr marL="1397340" indent="0">
              <a:buNone/>
              <a:defRPr sz="6113" b="1"/>
            </a:lvl2pPr>
            <a:lvl3pPr marL="2794681" indent="0">
              <a:buNone/>
              <a:defRPr sz="5501" b="1"/>
            </a:lvl3pPr>
            <a:lvl4pPr marL="4192021" indent="0">
              <a:buNone/>
              <a:defRPr sz="4890" b="1"/>
            </a:lvl4pPr>
            <a:lvl5pPr marL="5589361" indent="0">
              <a:buNone/>
              <a:defRPr sz="4890" b="1"/>
            </a:lvl5pPr>
            <a:lvl6pPr marL="6986702" indent="0">
              <a:buNone/>
              <a:defRPr sz="4890" b="1"/>
            </a:lvl6pPr>
            <a:lvl7pPr marL="8384042" indent="0">
              <a:buNone/>
              <a:defRPr sz="4890" b="1"/>
            </a:lvl7pPr>
            <a:lvl8pPr marL="9781383" indent="0">
              <a:buNone/>
              <a:defRPr sz="4890" b="1"/>
            </a:lvl8pPr>
            <a:lvl9pPr marL="11178723" indent="0">
              <a:buNone/>
              <a:defRPr sz="4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80198" y="6781381"/>
            <a:ext cx="13381256" cy="12320336"/>
          </a:xfrm>
        </p:spPr>
        <p:txBody>
          <a:bodyPr/>
          <a:lstStyle>
            <a:lvl1pPr>
              <a:defRPr sz="7335"/>
            </a:lvl1pPr>
            <a:lvl2pPr>
              <a:defRPr sz="6113"/>
            </a:lvl2pPr>
            <a:lvl3pPr>
              <a:defRPr sz="5501"/>
            </a:lvl3pPr>
            <a:lvl4pPr>
              <a:defRPr sz="4890"/>
            </a:lvl4pPr>
            <a:lvl5pPr>
              <a:defRPr sz="4890"/>
            </a:lvl5pPr>
            <a:lvl6pPr>
              <a:defRPr sz="4890"/>
            </a:lvl6pPr>
            <a:lvl7pPr>
              <a:defRPr sz="4890"/>
            </a:lvl7pPr>
            <a:lvl8pPr>
              <a:defRPr sz="4890"/>
            </a:lvl8pPr>
            <a:lvl9pPr>
              <a:defRPr sz="4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5B6D6-1431-4045-977A-D8B560B608F0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5D6CAC-6E77-41B0-BEB9-5083120FCC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4B41D-F324-4356-B27F-E58326E8BAB1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87E64-3B0D-405D-B24E-CF5095C0B7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5589B-34B5-4720-A722-2C1F91BBF08C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B43EE4-D38D-41A7-B390-FA2597C1E1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0" y="851385"/>
            <a:ext cx="9960741" cy="3623336"/>
          </a:xfrm>
        </p:spPr>
        <p:txBody>
          <a:bodyPr anchor="b"/>
          <a:lstStyle>
            <a:lvl1pPr algn="l">
              <a:defRPr sz="6113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8384" y="851390"/>
            <a:ext cx="16923068" cy="18250332"/>
          </a:xfrm>
        </p:spPr>
        <p:txBody>
          <a:bodyPr/>
          <a:lstStyle>
            <a:lvl1pPr>
              <a:defRPr sz="9780"/>
            </a:lvl1pPr>
            <a:lvl2pPr>
              <a:defRPr sz="8558"/>
            </a:lvl2pPr>
            <a:lvl3pPr>
              <a:defRPr sz="7335"/>
            </a:lvl3pPr>
            <a:lvl4pPr>
              <a:defRPr sz="6113"/>
            </a:lvl4pPr>
            <a:lvl5pPr>
              <a:defRPr sz="6113"/>
            </a:lvl5pPr>
            <a:lvl6pPr>
              <a:defRPr sz="6113"/>
            </a:lvl6pPr>
            <a:lvl7pPr>
              <a:defRPr sz="6113"/>
            </a:lvl7pPr>
            <a:lvl8pPr>
              <a:defRPr sz="6113"/>
            </a:lvl8pPr>
            <a:lvl9pPr>
              <a:defRPr sz="61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760" y="4474726"/>
            <a:ext cx="9960741" cy="14626995"/>
          </a:xfrm>
        </p:spPr>
        <p:txBody>
          <a:bodyPr/>
          <a:lstStyle>
            <a:lvl1pPr marL="0" indent="0">
              <a:buNone/>
              <a:defRPr sz="4279"/>
            </a:lvl1pPr>
            <a:lvl2pPr marL="1397340" indent="0">
              <a:buNone/>
              <a:defRPr sz="3668"/>
            </a:lvl2pPr>
            <a:lvl3pPr marL="2794681" indent="0">
              <a:buNone/>
              <a:defRPr sz="3056"/>
            </a:lvl3pPr>
            <a:lvl4pPr marL="4192021" indent="0">
              <a:buNone/>
              <a:defRPr sz="2751"/>
            </a:lvl4pPr>
            <a:lvl5pPr marL="5589361" indent="0">
              <a:buNone/>
              <a:defRPr sz="2751"/>
            </a:lvl5pPr>
            <a:lvl6pPr marL="6986702" indent="0">
              <a:buNone/>
              <a:defRPr sz="2751"/>
            </a:lvl6pPr>
            <a:lvl7pPr marL="8384042" indent="0">
              <a:buNone/>
              <a:defRPr sz="2751"/>
            </a:lvl7pPr>
            <a:lvl8pPr marL="9781383" indent="0">
              <a:buNone/>
              <a:defRPr sz="2751"/>
            </a:lvl8pPr>
            <a:lvl9pPr marL="11178723" indent="0">
              <a:buNone/>
              <a:defRPr sz="2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1F415-2E4B-4019-9C4B-8D8DD8B9D976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D1B06-2089-478A-AFFA-62D8E88E1C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3746" y="14968537"/>
            <a:ext cx="18165128" cy="1767121"/>
          </a:xfrm>
        </p:spPr>
        <p:txBody>
          <a:bodyPr anchor="b"/>
          <a:lstStyle>
            <a:lvl1pPr algn="l">
              <a:defRPr sz="6113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3746" y="1910666"/>
            <a:ext cx="18165128" cy="12830175"/>
          </a:xfrm>
        </p:spPr>
        <p:txBody>
          <a:bodyPr rtlCol="0">
            <a:normAutofit/>
          </a:bodyPr>
          <a:lstStyle>
            <a:lvl1pPr marL="0" indent="0">
              <a:buNone/>
              <a:defRPr sz="9780"/>
            </a:lvl1pPr>
            <a:lvl2pPr marL="1397340" indent="0">
              <a:buNone/>
              <a:defRPr sz="8558"/>
            </a:lvl2pPr>
            <a:lvl3pPr marL="2794681" indent="0">
              <a:buNone/>
              <a:defRPr sz="7335"/>
            </a:lvl3pPr>
            <a:lvl4pPr marL="4192021" indent="0">
              <a:buNone/>
              <a:defRPr sz="6113"/>
            </a:lvl4pPr>
            <a:lvl5pPr marL="5589361" indent="0">
              <a:buNone/>
              <a:defRPr sz="6113"/>
            </a:lvl5pPr>
            <a:lvl6pPr marL="6986702" indent="0">
              <a:buNone/>
              <a:defRPr sz="6113"/>
            </a:lvl6pPr>
            <a:lvl7pPr marL="8384042" indent="0">
              <a:buNone/>
              <a:defRPr sz="6113"/>
            </a:lvl7pPr>
            <a:lvl8pPr marL="9781383" indent="0">
              <a:buNone/>
              <a:defRPr sz="6113"/>
            </a:lvl8pPr>
            <a:lvl9pPr marL="11178723" indent="0">
              <a:buNone/>
              <a:defRPr sz="6113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3746" y="16735658"/>
            <a:ext cx="18165128" cy="2509604"/>
          </a:xfrm>
        </p:spPr>
        <p:txBody>
          <a:bodyPr/>
          <a:lstStyle>
            <a:lvl1pPr marL="0" indent="0">
              <a:buNone/>
              <a:defRPr sz="4279"/>
            </a:lvl1pPr>
            <a:lvl2pPr marL="1397340" indent="0">
              <a:buNone/>
              <a:defRPr sz="3668"/>
            </a:lvl2pPr>
            <a:lvl3pPr marL="2794681" indent="0">
              <a:buNone/>
              <a:defRPr sz="3056"/>
            </a:lvl3pPr>
            <a:lvl4pPr marL="4192021" indent="0">
              <a:buNone/>
              <a:defRPr sz="2751"/>
            </a:lvl4pPr>
            <a:lvl5pPr marL="5589361" indent="0">
              <a:buNone/>
              <a:defRPr sz="2751"/>
            </a:lvl5pPr>
            <a:lvl6pPr marL="6986702" indent="0">
              <a:buNone/>
              <a:defRPr sz="2751"/>
            </a:lvl6pPr>
            <a:lvl7pPr marL="8384042" indent="0">
              <a:buNone/>
              <a:defRPr sz="2751"/>
            </a:lvl7pPr>
            <a:lvl8pPr marL="9781383" indent="0">
              <a:buNone/>
              <a:defRPr sz="2751"/>
            </a:lvl8pPr>
            <a:lvl9pPr marL="11178723" indent="0">
              <a:buNone/>
              <a:defRPr sz="2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AE065-5772-42E4-898A-125AF8C4A384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EEC7D-128E-4FA6-8F72-DFB06262D6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794A5-5865-4526-AFDB-64130BD1BC38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9FB0F5-FA49-4C80-956D-BD34C38A9B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49529" y="856341"/>
            <a:ext cx="6811923" cy="182453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3761" y="856341"/>
            <a:ext cx="19969996" cy="182453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60569B-8383-4B12-847C-C4318B5C2E49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9946F7-FE21-4209-A49A-EEAE6E5632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FA9E6-4B9D-424B-ACD9-4D4521C8CF8F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ACBA8-C284-4846-B655-A3A8DB7F49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855" y="19735306"/>
            <a:ext cx="30265509" cy="1643371"/>
          </a:xfrm>
          <a:prstGeom prst="rect">
            <a:avLst/>
          </a:prstGeom>
          <a:solidFill>
            <a:srgbClr val="2B167B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7534"/>
          </a:p>
        </p:txBody>
      </p:sp>
      <p:sp>
        <p:nvSpPr>
          <p:cNvPr id="1027" name="Rectangle 3"/>
          <p:cNvSpPr>
            <a:spLocks noChangeArrowheads="1"/>
          </p:cNvSpPr>
          <p:nvPr userDrawn="1"/>
        </p:nvSpPr>
        <p:spPr bwMode="auto">
          <a:xfrm>
            <a:off x="4855" y="4952"/>
            <a:ext cx="30265509" cy="4849212"/>
          </a:xfrm>
          <a:prstGeom prst="rect">
            <a:avLst/>
          </a:prstGeom>
          <a:solidFill>
            <a:srgbClr val="2B167B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7534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>
            <a:off x="0" y="19730354"/>
            <a:ext cx="30275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GB" sz="7534"/>
          </a:p>
        </p:txBody>
      </p:sp>
      <p:pic>
        <p:nvPicPr>
          <p:cNvPr id="3" name="Picture 2" descr="\\uk-chs-lnetb\QMCR-USERS\baker17\My Pictures\Logos\BCI logos\BCI_w_Queen_Mary_nocommaWhite.gif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2620" y="363668"/>
            <a:ext cx="4510936" cy="2020725"/>
          </a:xfrm>
          <a:prstGeom prst="rect">
            <a:avLst/>
          </a:prstGeom>
          <a:noFill/>
        </p:spPr>
      </p:pic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24714670" y="20451856"/>
            <a:ext cx="5246409" cy="652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186" tIns="43668" rIns="92186" bIns="43668">
            <a:spAutoFit/>
          </a:bodyPr>
          <a:lstStyle/>
          <a:p>
            <a:pPr algn="ctr" defTabSz="907302"/>
            <a:r>
              <a:rPr lang="en-US" sz="5501" baseline="8000" dirty="0">
                <a:solidFill>
                  <a:schemeClr val="bg1"/>
                </a:solidFill>
                <a:latin typeface="Arial" charset="0"/>
              </a:rPr>
              <a:t>www.bartscancer.london</a:t>
            </a:r>
            <a:endParaRPr lang="en-US" sz="5501" baseline="8000" dirty="0">
              <a:solidFill>
                <a:schemeClr val="bg1"/>
              </a:solidFill>
              <a:latin typeface="Helvetica" pitchFamily="1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2742" y="363668"/>
            <a:ext cx="4303345" cy="15431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2925683" rtl="0" eaLnBrk="0" fontAlgn="base" hangingPunct="0">
        <a:spcBef>
          <a:spcPct val="0"/>
        </a:spcBef>
        <a:spcAft>
          <a:spcPct val="0"/>
        </a:spcAft>
        <a:defRPr sz="14059">
          <a:solidFill>
            <a:schemeClr val="tx2"/>
          </a:solidFill>
          <a:latin typeface="+mj-lt"/>
          <a:ea typeface="+mj-ea"/>
          <a:cs typeface="+mj-cs"/>
        </a:defRPr>
      </a:lvl1pPr>
      <a:lvl2pPr algn="ctr" defTabSz="2925683" rtl="0" eaLnBrk="0" fontAlgn="base" hangingPunct="0">
        <a:spcBef>
          <a:spcPct val="0"/>
        </a:spcBef>
        <a:spcAft>
          <a:spcPct val="0"/>
        </a:spcAft>
        <a:defRPr sz="14059">
          <a:solidFill>
            <a:schemeClr val="tx2"/>
          </a:solidFill>
          <a:latin typeface="Lucida Grande" pitchFamily="1" charset="0"/>
        </a:defRPr>
      </a:lvl2pPr>
      <a:lvl3pPr algn="ctr" defTabSz="2925683" rtl="0" eaLnBrk="0" fontAlgn="base" hangingPunct="0">
        <a:spcBef>
          <a:spcPct val="0"/>
        </a:spcBef>
        <a:spcAft>
          <a:spcPct val="0"/>
        </a:spcAft>
        <a:defRPr sz="14059">
          <a:solidFill>
            <a:schemeClr val="tx2"/>
          </a:solidFill>
          <a:latin typeface="Lucida Grande" pitchFamily="1" charset="0"/>
        </a:defRPr>
      </a:lvl3pPr>
      <a:lvl4pPr algn="ctr" defTabSz="2925683" rtl="0" eaLnBrk="0" fontAlgn="base" hangingPunct="0">
        <a:spcBef>
          <a:spcPct val="0"/>
        </a:spcBef>
        <a:spcAft>
          <a:spcPct val="0"/>
        </a:spcAft>
        <a:defRPr sz="14059">
          <a:solidFill>
            <a:schemeClr val="tx2"/>
          </a:solidFill>
          <a:latin typeface="Lucida Grande" pitchFamily="1" charset="0"/>
        </a:defRPr>
      </a:lvl4pPr>
      <a:lvl5pPr algn="ctr" defTabSz="2925683" rtl="0" eaLnBrk="0" fontAlgn="base" hangingPunct="0">
        <a:spcBef>
          <a:spcPct val="0"/>
        </a:spcBef>
        <a:spcAft>
          <a:spcPct val="0"/>
        </a:spcAft>
        <a:defRPr sz="14059">
          <a:solidFill>
            <a:schemeClr val="tx2"/>
          </a:solidFill>
          <a:latin typeface="Lucida Grande" pitchFamily="1" charset="0"/>
        </a:defRPr>
      </a:lvl5pPr>
      <a:lvl6pPr marL="1397340" algn="ctr" defTabSz="2925683" rtl="0" fontAlgn="base">
        <a:spcBef>
          <a:spcPct val="0"/>
        </a:spcBef>
        <a:spcAft>
          <a:spcPct val="0"/>
        </a:spcAft>
        <a:defRPr sz="14059">
          <a:solidFill>
            <a:schemeClr val="tx2"/>
          </a:solidFill>
          <a:latin typeface="Lucida Grande" pitchFamily="1" charset="0"/>
        </a:defRPr>
      </a:lvl6pPr>
      <a:lvl7pPr marL="2794681" algn="ctr" defTabSz="2925683" rtl="0" fontAlgn="base">
        <a:spcBef>
          <a:spcPct val="0"/>
        </a:spcBef>
        <a:spcAft>
          <a:spcPct val="0"/>
        </a:spcAft>
        <a:defRPr sz="14059">
          <a:solidFill>
            <a:schemeClr val="tx2"/>
          </a:solidFill>
          <a:latin typeface="Lucida Grande" pitchFamily="1" charset="0"/>
        </a:defRPr>
      </a:lvl7pPr>
      <a:lvl8pPr marL="4192021" algn="ctr" defTabSz="2925683" rtl="0" fontAlgn="base">
        <a:spcBef>
          <a:spcPct val="0"/>
        </a:spcBef>
        <a:spcAft>
          <a:spcPct val="0"/>
        </a:spcAft>
        <a:defRPr sz="14059">
          <a:solidFill>
            <a:schemeClr val="tx2"/>
          </a:solidFill>
          <a:latin typeface="Lucida Grande" pitchFamily="1" charset="0"/>
        </a:defRPr>
      </a:lvl8pPr>
      <a:lvl9pPr marL="5589361" algn="ctr" defTabSz="2925683" rtl="0" fontAlgn="base">
        <a:spcBef>
          <a:spcPct val="0"/>
        </a:spcBef>
        <a:spcAft>
          <a:spcPct val="0"/>
        </a:spcAft>
        <a:defRPr sz="14059">
          <a:solidFill>
            <a:schemeClr val="tx2"/>
          </a:solidFill>
          <a:latin typeface="Lucida Grande" pitchFamily="1" charset="0"/>
        </a:defRPr>
      </a:lvl9pPr>
    </p:titleStyle>
    <p:bodyStyle>
      <a:lvl1pPr marL="1096524" indent="-1096524" algn="l" defTabSz="2925683" rtl="0" eaLnBrk="0" fontAlgn="base" hangingPunct="0">
        <a:spcBef>
          <a:spcPct val="20000"/>
        </a:spcBef>
        <a:spcAft>
          <a:spcPct val="0"/>
        </a:spcAft>
        <a:buChar char="•"/>
        <a:defRPr sz="10086">
          <a:solidFill>
            <a:schemeClr val="tx1"/>
          </a:solidFill>
          <a:latin typeface="+mn-lt"/>
          <a:ea typeface="+mn-ea"/>
          <a:cs typeface="+mn-cs"/>
        </a:defRPr>
      </a:lvl1pPr>
      <a:lvl2pPr marL="2377419" indent="-912153" algn="l" defTabSz="2925683" rtl="0" eaLnBrk="0" fontAlgn="base" hangingPunct="0">
        <a:spcBef>
          <a:spcPct val="20000"/>
        </a:spcBef>
        <a:spcAft>
          <a:spcPct val="0"/>
        </a:spcAft>
        <a:buChar char="–"/>
        <a:defRPr sz="8863">
          <a:solidFill>
            <a:schemeClr val="tx1"/>
          </a:solidFill>
          <a:latin typeface="+mn-lt"/>
        </a:defRPr>
      </a:lvl2pPr>
      <a:lvl3pPr marL="3658315" indent="-732635" algn="l" defTabSz="2925683" rtl="0" eaLnBrk="0" fontAlgn="base" hangingPunct="0">
        <a:spcBef>
          <a:spcPct val="20000"/>
        </a:spcBef>
        <a:spcAft>
          <a:spcPct val="0"/>
        </a:spcAft>
        <a:buChar char="•"/>
        <a:defRPr sz="7641">
          <a:solidFill>
            <a:schemeClr val="tx1"/>
          </a:solidFill>
          <a:latin typeface="+mn-lt"/>
        </a:defRPr>
      </a:lvl3pPr>
      <a:lvl4pPr marL="5123581" indent="-732635" algn="l" defTabSz="2925683" rtl="0" eaLnBrk="0" fontAlgn="base" hangingPunct="0">
        <a:spcBef>
          <a:spcPct val="20000"/>
        </a:spcBef>
        <a:spcAft>
          <a:spcPct val="0"/>
        </a:spcAft>
        <a:buChar char="–"/>
        <a:defRPr sz="6418">
          <a:solidFill>
            <a:schemeClr val="tx1"/>
          </a:solidFill>
          <a:latin typeface="+mn-lt"/>
        </a:defRPr>
      </a:lvl4pPr>
      <a:lvl5pPr marL="6583998" indent="-732635" algn="l" defTabSz="2925683" rtl="0" eaLnBrk="0" fontAlgn="base" hangingPunct="0">
        <a:spcBef>
          <a:spcPct val="20000"/>
        </a:spcBef>
        <a:spcAft>
          <a:spcPct val="0"/>
        </a:spcAft>
        <a:buChar char="»"/>
        <a:defRPr sz="6418">
          <a:solidFill>
            <a:schemeClr val="tx1"/>
          </a:solidFill>
          <a:latin typeface="+mn-lt"/>
        </a:defRPr>
      </a:lvl5pPr>
      <a:lvl6pPr marL="7981338" indent="-732635" algn="l" defTabSz="2925683" rtl="0" fontAlgn="base">
        <a:spcBef>
          <a:spcPct val="20000"/>
        </a:spcBef>
        <a:spcAft>
          <a:spcPct val="0"/>
        </a:spcAft>
        <a:buChar char="»"/>
        <a:defRPr sz="6418">
          <a:solidFill>
            <a:schemeClr val="tx1"/>
          </a:solidFill>
          <a:latin typeface="+mn-lt"/>
        </a:defRPr>
      </a:lvl6pPr>
      <a:lvl7pPr marL="9378678" indent="-732635" algn="l" defTabSz="2925683" rtl="0" fontAlgn="base">
        <a:spcBef>
          <a:spcPct val="20000"/>
        </a:spcBef>
        <a:spcAft>
          <a:spcPct val="0"/>
        </a:spcAft>
        <a:buChar char="»"/>
        <a:defRPr sz="6418">
          <a:solidFill>
            <a:schemeClr val="tx1"/>
          </a:solidFill>
          <a:latin typeface="+mn-lt"/>
        </a:defRPr>
      </a:lvl7pPr>
      <a:lvl8pPr marL="10776019" indent="-732635" algn="l" defTabSz="2925683" rtl="0" fontAlgn="base">
        <a:spcBef>
          <a:spcPct val="20000"/>
        </a:spcBef>
        <a:spcAft>
          <a:spcPct val="0"/>
        </a:spcAft>
        <a:buChar char="»"/>
        <a:defRPr sz="6418">
          <a:solidFill>
            <a:schemeClr val="tx1"/>
          </a:solidFill>
          <a:latin typeface="+mn-lt"/>
        </a:defRPr>
      </a:lvl8pPr>
      <a:lvl9pPr marL="12173359" indent="-732635" algn="l" defTabSz="2925683" rtl="0" fontAlgn="base">
        <a:spcBef>
          <a:spcPct val="20000"/>
        </a:spcBef>
        <a:spcAft>
          <a:spcPct val="0"/>
        </a:spcAft>
        <a:buChar char="»"/>
        <a:defRPr sz="6418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1pPr>
      <a:lvl2pPr marL="1397340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2pPr>
      <a:lvl3pPr marL="2794681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3pPr>
      <a:lvl4pPr marL="4192021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4pPr>
      <a:lvl5pPr marL="5589361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5pPr>
      <a:lvl6pPr marL="6986702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6pPr>
      <a:lvl7pPr marL="8384042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7pPr>
      <a:lvl8pPr marL="9781383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8pPr>
      <a:lvl9pPr marL="11178723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1513761" y="856336"/>
            <a:ext cx="27247692" cy="3563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13761" y="4989514"/>
            <a:ext cx="27247692" cy="14112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761" y="19819454"/>
            <a:ext cx="7064216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4F938A2-86A5-4A09-863E-C8F5929CA3B0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4031" y="19819454"/>
            <a:ext cx="958715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7236" y="19819454"/>
            <a:ext cx="7064216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6C5168-554E-4A95-8F52-74FC7C2B7D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1344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5pPr>
      <a:lvl6pPr marL="1397340" algn="ctr" rtl="0" fontAlgn="base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6pPr>
      <a:lvl7pPr marL="2794681" algn="ctr" rtl="0" fontAlgn="base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7pPr>
      <a:lvl8pPr marL="4192021" algn="ctr" rtl="0" fontAlgn="base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8pPr>
      <a:lvl9pPr marL="5589361" algn="ctr" rtl="0" fontAlgn="base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9pPr>
    </p:titleStyle>
    <p:bodyStyle>
      <a:lvl1pPr marL="1048005" indent="-104800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9780" kern="1200">
          <a:solidFill>
            <a:schemeClr val="tx1"/>
          </a:solidFill>
          <a:latin typeface="+mn-lt"/>
          <a:ea typeface="+mn-ea"/>
          <a:cs typeface="+mn-cs"/>
        </a:defRPr>
      </a:lvl1pPr>
      <a:lvl2pPr marL="2270678" indent="-87333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8558" kern="1200">
          <a:solidFill>
            <a:schemeClr val="tx1"/>
          </a:solidFill>
          <a:latin typeface="+mn-lt"/>
          <a:ea typeface="+mn-ea"/>
          <a:cs typeface="+mn-cs"/>
        </a:defRPr>
      </a:lvl2pPr>
      <a:lvl3pPr marL="3493351" indent="-69867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7335" kern="1200">
          <a:solidFill>
            <a:schemeClr val="tx1"/>
          </a:solidFill>
          <a:latin typeface="+mn-lt"/>
          <a:ea typeface="+mn-ea"/>
          <a:cs typeface="+mn-cs"/>
        </a:defRPr>
      </a:lvl3pPr>
      <a:lvl4pPr marL="4890691" indent="-69867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6113" kern="1200">
          <a:solidFill>
            <a:schemeClr val="tx1"/>
          </a:solidFill>
          <a:latin typeface="+mn-lt"/>
          <a:ea typeface="+mn-ea"/>
          <a:cs typeface="+mn-cs"/>
        </a:defRPr>
      </a:lvl4pPr>
      <a:lvl5pPr marL="6288032" indent="-69867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6113" kern="1200">
          <a:solidFill>
            <a:schemeClr val="tx1"/>
          </a:solidFill>
          <a:latin typeface="+mn-lt"/>
          <a:ea typeface="+mn-ea"/>
          <a:cs typeface="+mn-cs"/>
        </a:defRPr>
      </a:lvl5pPr>
      <a:lvl6pPr marL="7685372" indent="-698670" algn="l" defTabSz="2794681" rtl="0" eaLnBrk="1" latinLnBrk="0" hangingPunct="1">
        <a:spcBef>
          <a:spcPct val="20000"/>
        </a:spcBef>
        <a:buFont typeface="Arial" pitchFamily="34" charset="0"/>
        <a:buChar char="•"/>
        <a:defRPr sz="6113" kern="1200">
          <a:solidFill>
            <a:schemeClr val="tx1"/>
          </a:solidFill>
          <a:latin typeface="+mn-lt"/>
          <a:ea typeface="+mn-ea"/>
          <a:cs typeface="+mn-cs"/>
        </a:defRPr>
      </a:lvl6pPr>
      <a:lvl7pPr marL="9082712" indent="-698670" algn="l" defTabSz="2794681" rtl="0" eaLnBrk="1" latinLnBrk="0" hangingPunct="1">
        <a:spcBef>
          <a:spcPct val="20000"/>
        </a:spcBef>
        <a:buFont typeface="Arial" pitchFamily="34" charset="0"/>
        <a:buChar char="•"/>
        <a:defRPr sz="6113" kern="1200">
          <a:solidFill>
            <a:schemeClr val="tx1"/>
          </a:solidFill>
          <a:latin typeface="+mn-lt"/>
          <a:ea typeface="+mn-ea"/>
          <a:cs typeface="+mn-cs"/>
        </a:defRPr>
      </a:lvl7pPr>
      <a:lvl8pPr marL="10480053" indent="-698670" algn="l" defTabSz="2794681" rtl="0" eaLnBrk="1" latinLnBrk="0" hangingPunct="1">
        <a:spcBef>
          <a:spcPct val="20000"/>
        </a:spcBef>
        <a:buFont typeface="Arial" pitchFamily="34" charset="0"/>
        <a:buChar char="•"/>
        <a:defRPr sz="6113" kern="1200">
          <a:solidFill>
            <a:schemeClr val="tx1"/>
          </a:solidFill>
          <a:latin typeface="+mn-lt"/>
          <a:ea typeface="+mn-ea"/>
          <a:cs typeface="+mn-cs"/>
        </a:defRPr>
      </a:lvl8pPr>
      <a:lvl9pPr marL="11877393" indent="-698670" algn="l" defTabSz="2794681" rtl="0" eaLnBrk="1" latinLnBrk="0" hangingPunct="1">
        <a:spcBef>
          <a:spcPct val="20000"/>
        </a:spcBef>
        <a:buFont typeface="Arial" pitchFamily="34" charset="0"/>
        <a:buChar char="•"/>
        <a:defRPr sz="61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1pPr>
      <a:lvl2pPr marL="1397340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2pPr>
      <a:lvl3pPr marL="2794681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3pPr>
      <a:lvl4pPr marL="4192021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4pPr>
      <a:lvl5pPr marL="5589361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5pPr>
      <a:lvl6pPr marL="6986702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6pPr>
      <a:lvl7pPr marL="8384042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7pPr>
      <a:lvl8pPr marL="9781383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8pPr>
      <a:lvl9pPr marL="11178723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1513761" y="856336"/>
            <a:ext cx="27247692" cy="3563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13761" y="4989514"/>
            <a:ext cx="27247692" cy="14112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761" y="19819454"/>
            <a:ext cx="7064216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47FC6DF-A11B-49F1-B9A5-437FA31B165E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4031" y="19819454"/>
            <a:ext cx="958715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7236" y="19819454"/>
            <a:ext cx="7064216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44517A1-A361-4515-9C1A-4DBFAAB154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1344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5pPr>
      <a:lvl6pPr marL="1397340" algn="ctr" rtl="0" fontAlgn="base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6pPr>
      <a:lvl7pPr marL="2794681" algn="ctr" rtl="0" fontAlgn="base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7pPr>
      <a:lvl8pPr marL="4192021" algn="ctr" rtl="0" fontAlgn="base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8pPr>
      <a:lvl9pPr marL="5589361" algn="ctr" rtl="0" fontAlgn="base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9pPr>
    </p:titleStyle>
    <p:bodyStyle>
      <a:lvl1pPr marL="1048005" indent="-104800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9780" kern="1200">
          <a:solidFill>
            <a:schemeClr val="tx1"/>
          </a:solidFill>
          <a:latin typeface="+mn-lt"/>
          <a:ea typeface="+mn-ea"/>
          <a:cs typeface="+mn-cs"/>
        </a:defRPr>
      </a:lvl1pPr>
      <a:lvl2pPr marL="2270678" indent="-87333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8558" kern="1200">
          <a:solidFill>
            <a:schemeClr val="tx1"/>
          </a:solidFill>
          <a:latin typeface="+mn-lt"/>
          <a:ea typeface="+mn-ea"/>
          <a:cs typeface="+mn-cs"/>
        </a:defRPr>
      </a:lvl2pPr>
      <a:lvl3pPr marL="3493351" indent="-69867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7335" kern="1200">
          <a:solidFill>
            <a:schemeClr val="tx1"/>
          </a:solidFill>
          <a:latin typeface="+mn-lt"/>
          <a:ea typeface="+mn-ea"/>
          <a:cs typeface="+mn-cs"/>
        </a:defRPr>
      </a:lvl3pPr>
      <a:lvl4pPr marL="4890691" indent="-69867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6113" kern="1200">
          <a:solidFill>
            <a:schemeClr val="tx1"/>
          </a:solidFill>
          <a:latin typeface="+mn-lt"/>
          <a:ea typeface="+mn-ea"/>
          <a:cs typeface="+mn-cs"/>
        </a:defRPr>
      </a:lvl4pPr>
      <a:lvl5pPr marL="6288032" indent="-69867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6113" kern="1200">
          <a:solidFill>
            <a:schemeClr val="tx1"/>
          </a:solidFill>
          <a:latin typeface="+mn-lt"/>
          <a:ea typeface="+mn-ea"/>
          <a:cs typeface="+mn-cs"/>
        </a:defRPr>
      </a:lvl5pPr>
      <a:lvl6pPr marL="7685372" indent="-698670" algn="l" defTabSz="2794681" rtl="0" eaLnBrk="1" latinLnBrk="0" hangingPunct="1">
        <a:spcBef>
          <a:spcPct val="20000"/>
        </a:spcBef>
        <a:buFont typeface="Arial" pitchFamily="34" charset="0"/>
        <a:buChar char="•"/>
        <a:defRPr sz="6113" kern="1200">
          <a:solidFill>
            <a:schemeClr val="tx1"/>
          </a:solidFill>
          <a:latin typeface="+mn-lt"/>
          <a:ea typeface="+mn-ea"/>
          <a:cs typeface="+mn-cs"/>
        </a:defRPr>
      </a:lvl6pPr>
      <a:lvl7pPr marL="9082712" indent="-698670" algn="l" defTabSz="2794681" rtl="0" eaLnBrk="1" latinLnBrk="0" hangingPunct="1">
        <a:spcBef>
          <a:spcPct val="20000"/>
        </a:spcBef>
        <a:buFont typeface="Arial" pitchFamily="34" charset="0"/>
        <a:buChar char="•"/>
        <a:defRPr sz="6113" kern="1200">
          <a:solidFill>
            <a:schemeClr val="tx1"/>
          </a:solidFill>
          <a:latin typeface="+mn-lt"/>
          <a:ea typeface="+mn-ea"/>
          <a:cs typeface="+mn-cs"/>
        </a:defRPr>
      </a:lvl7pPr>
      <a:lvl8pPr marL="10480053" indent="-698670" algn="l" defTabSz="2794681" rtl="0" eaLnBrk="1" latinLnBrk="0" hangingPunct="1">
        <a:spcBef>
          <a:spcPct val="20000"/>
        </a:spcBef>
        <a:buFont typeface="Arial" pitchFamily="34" charset="0"/>
        <a:buChar char="•"/>
        <a:defRPr sz="6113" kern="1200">
          <a:solidFill>
            <a:schemeClr val="tx1"/>
          </a:solidFill>
          <a:latin typeface="+mn-lt"/>
          <a:ea typeface="+mn-ea"/>
          <a:cs typeface="+mn-cs"/>
        </a:defRPr>
      </a:lvl8pPr>
      <a:lvl9pPr marL="11877393" indent="-698670" algn="l" defTabSz="2794681" rtl="0" eaLnBrk="1" latinLnBrk="0" hangingPunct="1">
        <a:spcBef>
          <a:spcPct val="20000"/>
        </a:spcBef>
        <a:buFont typeface="Arial" pitchFamily="34" charset="0"/>
        <a:buChar char="•"/>
        <a:defRPr sz="61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1pPr>
      <a:lvl2pPr marL="1397340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2pPr>
      <a:lvl3pPr marL="2794681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3pPr>
      <a:lvl4pPr marL="4192021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4pPr>
      <a:lvl5pPr marL="5589361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5pPr>
      <a:lvl6pPr marL="6986702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6pPr>
      <a:lvl7pPr marL="8384042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7pPr>
      <a:lvl8pPr marL="9781383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8pPr>
      <a:lvl9pPr marL="11178723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1513761" y="856336"/>
            <a:ext cx="27247692" cy="3563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13761" y="4989514"/>
            <a:ext cx="27247692" cy="14112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761" y="19819454"/>
            <a:ext cx="7064216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F86E86C-10C0-4B2F-A307-5EB1697D9E69}" type="datetimeFigureOut">
              <a:rPr lang="en-GB"/>
              <a:pPr>
                <a:defRPr/>
              </a:pPr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4031" y="19819454"/>
            <a:ext cx="958715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7236" y="19819454"/>
            <a:ext cx="7064216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45CD30A-97E0-44DF-969E-2F2D743895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1344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5pPr>
      <a:lvl6pPr marL="1397340" algn="ctr" rtl="0" fontAlgn="base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6pPr>
      <a:lvl7pPr marL="2794681" algn="ctr" rtl="0" fontAlgn="base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7pPr>
      <a:lvl8pPr marL="4192021" algn="ctr" rtl="0" fontAlgn="base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8pPr>
      <a:lvl9pPr marL="5589361" algn="ctr" rtl="0" fontAlgn="base">
        <a:spcBef>
          <a:spcPct val="0"/>
        </a:spcBef>
        <a:spcAft>
          <a:spcPct val="0"/>
        </a:spcAft>
        <a:defRPr sz="13448">
          <a:solidFill>
            <a:schemeClr val="tx1"/>
          </a:solidFill>
          <a:latin typeface="Calibri" pitchFamily="34" charset="0"/>
        </a:defRPr>
      </a:lvl9pPr>
    </p:titleStyle>
    <p:bodyStyle>
      <a:lvl1pPr marL="1048005" indent="-104800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9780" kern="1200">
          <a:solidFill>
            <a:schemeClr val="tx1"/>
          </a:solidFill>
          <a:latin typeface="+mn-lt"/>
          <a:ea typeface="+mn-ea"/>
          <a:cs typeface="+mn-cs"/>
        </a:defRPr>
      </a:lvl1pPr>
      <a:lvl2pPr marL="2270678" indent="-87333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8558" kern="1200">
          <a:solidFill>
            <a:schemeClr val="tx1"/>
          </a:solidFill>
          <a:latin typeface="+mn-lt"/>
          <a:ea typeface="+mn-ea"/>
          <a:cs typeface="+mn-cs"/>
        </a:defRPr>
      </a:lvl2pPr>
      <a:lvl3pPr marL="3493351" indent="-69867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7335" kern="1200">
          <a:solidFill>
            <a:schemeClr val="tx1"/>
          </a:solidFill>
          <a:latin typeface="+mn-lt"/>
          <a:ea typeface="+mn-ea"/>
          <a:cs typeface="+mn-cs"/>
        </a:defRPr>
      </a:lvl3pPr>
      <a:lvl4pPr marL="4890691" indent="-69867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6113" kern="1200">
          <a:solidFill>
            <a:schemeClr val="tx1"/>
          </a:solidFill>
          <a:latin typeface="+mn-lt"/>
          <a:ea typeface="+mn-ea"/>
          <a:cs typeface="+mn-cs"/>
        </a:defRPr>
      </a:lvl4pPr>
      <a:lvl5pPr marL="6288032" indent="-69867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6113" kern="1200">
          <a:solidFill>
            <a:schemeClr val="tx1"/>
          </a:solidFill>
          <a:latin typeface="+mn-lt"/>
          <a:ea typeface="+mn-ea"/>
          <a:cs typeface="+mn-cs"/>
        </a:defRPr>
      </a:lvl5pPr>
      <a:lvl6pPr marL="7685372" indent="-698670" algn="l" defTabSz="2794681" rtl="0" eaLnBrk="1" latinLnBrk="0" hangingPunct="1">
        <a:spcBef>
          <a:spcPct val="20000"/>
        </a:spcBef>
        <a:buFont typeface="Arial" pitchFamily="34" charset="0"/>
        <a:buChar char="•"/>
        <a:defRPr sz="6113" kern="1200">
          <a:solidFill>
            <a:schemeClr val="tx1"/>
          </a:solidFill>
          <a:latin typeface="+mn-lt"/>
          <a:ea typeface="+mn-ea"/>
          <a:cs typeface="+mn-cs"/>
        </a:defRPr>
      </a:lvl6pPr>
      <a:lvl7pPr marL="9082712" indent="-698670" algn="l" defTabSz="2794681" rtl="0" eaLnBrk="1" latinLnBrk="0" hangingPunct="1">
        <a:spcBef>
          <a:spcPct val="20000"/>
        </a:spcBef>
        <a:buFont typeface="Arial" pitchFamily="34" charset="0"/>
        <a:buChar char="•"/>
        <a:defRPr sz="6113" kern="1200">
          <a:solidFill>
            <a:schemeClr val="tx1"/>
          </a:solidFill>
          <a:latin typeface="+mn-lt"/>
          <a:ea typeface="+mn-ea"/>
          <a:cs typeface="+mn-cs"/>
        </a:defRPr>
      </a:lvl7pPr>
      <a:lvl8pPr marL="10480053" indent="-698670" algn="l" defTabSz="2794681" rtl="0" eaLnBrk="1" latinLnBrk="0" hangingPunct="1">
        <a:spcBef>
          <a:spcPct val="20000"/>
        </a:spcBef>
        <a:buFont typeface="Arial" pitchFamily="34" charset="0"/>
        <a:buChar char="•"/>
        <a:defRPr sz="6113" kern="1200">
          <a:solidFill>
            <a:schemeClr val="tx1"/>
          </a:solidFill>
          <a:latin typeface="+mn-lt"/>
          <a:ea typeface="+mn-ea"/>
          <a:cs typeface="+mn-cs"/>
        </a:defRPr>
      </a:lvl8pPr>
      <a:lvl9pPr marL="11877393" indent="-698670" algn="l" defTabSz="2794681" rtl="0" eaLnBrk="1" latinLnBrk="0" hangingPunct="1">
        <a:spcBef>
          <a:spcPct val="20000"/>
        </a:spcBef>
        <a:buFont typeface="Arial" pitchFamily="34" charset="0"/>
        <a:buChar char="•"/>
        <a:defRPr sz="61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1pPr>
      <a:lvl2pPr marL="1397340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2pPr>
      <a:lvl3pPr marL="2794681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3pPr>
      <a:lvl4pPr marL="4192021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4pPr>
      <a:lvl5pPr marL="5589361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5pPr>
      <a:lvl6pPr marL="6986702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6pPr>
      <a:lvl7pPr marL="8384042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7pPr>
      <a:lvl8pPr marL="9781383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8pPr>
      <a:lvl9pPr marL="11178723" algn="l" defTabSz="2794681" rtl="0" eaLnBrk="1" latinLnBrk="0" hangingPunct="1">
        <a:defRPr sz="55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2.png"/><Relationship Id="rId26" Type="http://schemas.openxmlformats.org/officeDocument/2006/relationships/image" Target="../media/image19.png"/><Relationship Id="rId3" Type="http://schemas.openxmlformats.org/officeDocument/2006/relationships/image" Target="../media/image3.gif"/><Relationship Id="rId21" Type="http://schemas.openxmlformats.org/officeDocument/2006/relationships/image" Target="../media/image15.png"/><Relationship Id="rId12" Type="http://schemas.openxmlformats.org/officeDocument/2006/relationships/customXml" Target="../ink/ink3.xml"/><Relationship Id="rId17" Type="http://schemas.openxmlformats.org/officeDocument/2006/relationships/image" Target="../media/image7.png"/><Relationship Id="rId25" Type="http://schemas.openxmlformats.org/officeDocument/2006/relationships/hyperlink" Target="https://doi.org/10.48550/arXiv.2406.17157" TargetMode="Externa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9.png"/><Relationship Id="rId24" Type="http://schemas.openxmlformats.org/officeDocument/2006/relationships/image" Target="../media/image18.png"/><Relationship Id="rId5" Type="http://schemas.openxmlformats.org/officeDocument/2006/relationships/image" Target="../media/image5.png"/><Relationship Id="rId15" Type="http://schemas.openxmlformats.org/officeDocument/2006/relationships/image" Target="../media/image11.png"/><Relationship Id="rId23" Type="http://schemas.openxmlformats.org/officeDocument/2006/relationships/image" Target="../media/image17.png"/><Relationship Id="rId10" Type="http://schemas.openxmlformats.org/officeDocument/2006/relationships/customXml" Target="../ink/ink2.xml"/><Relationship Id="rId19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customXml" Target="../ink/ink4.xml"/><Relationship Id="rId2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Texte 20"/>
          <p:cNvSpPr txBox="1"/>
          <p:nvPr/>
        </p:nvSpPr>
        <p:spPr>
          <a:xfrm>
            <a:off x="-12044" y="4550268"/>
            <a:ext cx="30287257" cy="15539099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592A99EC-CED3-7C42-8B7A-173FA4E87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044" y="4488108"/>
            <a:ext cx="10838490" cy="867128"/>
          </a:xfrm>
          <a:prstGeom prst="rect">
            <a:avLst/>
          </a:prstGeom>
          <a:solidFill>
            <a:srgbClr val="3A1BA6"/>
          </a:solidFill>
          <a:ln>
            <a:noFill/>
          </a:ln>
        </p:spPr>
        <p:txBody>
          <a:bodyPr wrap="square" lIns="432018" tIns="216011" rIns="432018" bIns="216011" anchor="ctr" anchorCtr="0">
            <a:spAutoFit/>
          </a:bodyPr>
          <a:lstStyle>
            <a:lvl1pPr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1pPr>
            <a:lvl2pPr marL="742950" indent="-28575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2pPr>
            <a:lvl3pPr marL="11430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3pPr>
            <a:lvl4pPr marL="16002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4pPr>
            <a:lvl5pPr marL="20574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5DDE85-FDB3-A748-A5AC-852A02A9B200}"/>
              </a:ext>
            </a:extLst>
          </p:cNvPr>
          <p:cNvSpPr txBox="1"/>
          <p:nvPr/>
        </p:nvSpPr>
        <p:spPr>
          <a:xfrm>
            <a:off x="173464" y="4593767"/>
            <a:ext cx="405636" cy="585304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A9B508BF-9C2C-6642-B225-4A725F6BE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5896" y="14683668"/>
            <a:ext cx="10226221" cy="5610794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17336F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 altLang="en-US" sz="800" dirty="0"/>
          </a:p>
        </p:txBody>
      </p:sp>
      <p:sp>
        <p:nvSpPr>
          <p:cNvPr id="40" name="TextBox 36">
            <a:extLst>
              <a:ext uri="{FF2B5EF4-FFF2-40B4-BE49-F238E27FC236}">
                <a16:creationId xmlns:a16="http://schemas.microsoft.com/office/drawing/2014/main" id="{A155720E-6F45-6341-AE69-56FDE94FD525}"/>
              </a:ext>
            </a:extLst>
          </p:cNvPr>
          <p:cNvSpPr txBox="1"/>
          <p:nvPr/>
        </p:nvSpPr>
        <p:spPr>
          <a:xfrm>
            <a:off x="10366944" y="13855655"/>
            <a:ext cx="419280" cy="58477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EE9D41D5-3D47-7847-B8ED-088A264E2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41608" y="6956057"/>
            <a:ext cx="10951913" cy="805573"/>
          </a:xfrm>
          <a:prstGeom prst="rect">
            <a:avLst/>
          </a:prstGeom>
          <a:solidFill>
            <a:srgbClr val="3A1BA6"/>
          </a:solidFill>
          <a:ln>
            <a:noFill/>
          </a:ln>
        </p:spPr>
        <p:txBody>
          <a:bodyPr wrap="square" lIns="432018" tIns="216011" rIns="432018" bIns="216011" anchor="ctr" anchorCtr="0">
            <a:spAutoFit/>
          </a:bodyPr>
          <a:lstStyle>
            <a:lvl1pPr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1pPr>
            <a:lvl2pPr marL="742950" indent="-28575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2pPr>
            <a:lvl3pPr marL="11430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3pPr>
            <a:lvl4pPr marL="16002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4pPr>
            <a:lvl5pPr marL="20574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Reuter et al. </a:t>
            </a:r>
          </a:p>
        </p:txBody>
      </p:sp>
      <p:sp>
        <p:nvSpPr>
          <p:cNvPr id="19" name="Rectangle 42">
            <a:extLst>
              <a:ext uri="{FF2B5EF4-FFF2-40B4-BE49-F238E27FC236}">
                <a16:creationId xmlns:a16="http://schemas.microsoft.com/office/drawing/2014/main" id="{3AAD5364-C856-454F-B6D3-5FE1E9A77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75096" y="7653016"/>
            <a:ext cx="10818425" cy="1264144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17336F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just"/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85">
            <a:extLst>
              <a:ext uri="{FF2B5EF4-FFF2-40B4-BE49-F238E27FC236}">
                <a16:creationId xmlns:a16="http://schemas.microsoft.com/office/drawing/2014/main" id="{9E8803A2-CE77-E940-801E-0E234472DC0C}"/>
              </a:ext>
            </a:extLst>
          </p:cNvPr>
          <p:cNvSpPr txBox="1"/>
          <p:nvPr/>
        </p:nvSpPr>
        <p:spPr>
          <a:xfrm>
            <a:off x="-30351" y="20274974"/>
            <a:ext cx="1792879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References</a:t>
            </a:r>
          </a:p>
          <a:p>
            <a:pPr lvl="0"/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1. </a:t>
            </a:r>
            <a:r>
              <a:rPr lang="en-US" altLang="en-US" sz="800" dirty="0" err="1">
                <a:solidFill>
                  <a:schemeClr val="bg1"/>
                </a:solidFill>
                <a:latin typeface="+mn-lt"/>
              </a:rPr>
              <a:t>Reuten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R, </a:t>
            </a:r>
            <a:r>
              <a:rPr lang="en-US" altLang="en-US" sz="800" dirty="0" err="1">
                <a:solidFill>
                  <a:schemeClr val="bg1"/>
                </a:solidFill>
                <a:latin typeface="+mn-lt"/>
              </a:rPr>
              <a:t>Zendehroud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S, Nicolau M, Fleischhauer L, Laitala A, </a:t>
            </a:r>
            <a:r>
              <a:rPr lang="en-US" altLang="en-US" sz="800" dirty="0" err="1">
                <a:solidFill>
                  <a:schemeClr val="bg1"/>
                </a:solidFill>
                <a:latin typeface="+mn-lt"/>
              </a:rPr>
              <a:t>Kiderlen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S, et al. Basement membrane stiffness determines metastases formation. 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Nat Mater.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2021;20:892–903.								</a:t>
            </a:r>
          </a:p>
          <a:p>
            <a:pPr lvl="0"/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2. Chaudhuri O, Cooper-White J, </a:t>
            </a:r>
            <a:r>
              <a:rPr lang="en-US" altLang="en-US" sz="800" dirty="0" err="1">
                <a:solidFill>
                  <a:schemeClr val="bg1"/>
                </a:solidFill>
                <a:latin typeface="+mn-lt"/>
              </a:rPr>
              <a:t>Janmey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PA, Mooney DJ, Shenoy VB. Effects of extracellular matrix viscoelasticity on cellular behaviour. 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Nature.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2020;584(7822):535–46. doi:10.1038/s4158-020-2612-2							</a:t>
            </a:r>
          </a:p>
          <a:p>
            <a:pPr lvl="0"/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3. </a:t>
            </a:r>
            <a:r>
              <a:rPr lang="en-US" altLang="en-US" sz="800" dirty="0" err="1">
                <a:solidFill>
                  <a:schemeClr val="bg1"/>
                </a:solidFill>
                <a:latin typeface="+mn-lt"/>
              </a:rPr>
              <a:t>Wullkopf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L, West AKV, </a:t>
            </a:r>
            <a:r>
              <a:rPr lang="en-US" altLang="en-US" sz="800" dirty="0" err="1">
                <a:solidFill>
                  <a:schemeClr val="bg1"/>
                </a:solidFill>
                <a:latin typeface="+mn-lt"/>
              </a:rPr>
              <a:t>Leijnse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N, Cox TR, Madsen CD, Oddershede LB, et al. Cancer cells’ ability to mechanically adjust to extracellular matrix stiffness correlates with their invasive potential. 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Mol Biol Cell.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2018;29:2378–85.</a:t>
            </a:r>
          </a:p>
          <a:p>
            <a:pPr lvl="0"/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4. Rowe RG, Weiss SJ. Navigating ECM barriers at the invasive front: the cancer cell–stroma interface. 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Annu Rev Cell Dev Biol.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2009;25:567–95. doi:10.1146/annurev.cellbio.24.110707.175315</a:t>
            </a:r>
          </a:p>
          <a:p>
            <a:pPr lvl="0"/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5. Mierke CT. Mechanical cues affect migration and invasion of cells from three different directions. 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Front Cell Dev Biol.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2020;8:583226. doi:10.3389/fcell.2020.583226</a:t>
            </a:r>
          </a:p>
          <a:p>
            <a:pPr lvl="0"/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6. </a:t>
            </a:r>
            <a:r>
              <a:rPr lang="en-US" altLang="en-US" sz="800" dirty="0" err="1">
                <a:solidFill>
                  <a:schemeClr val="bg1"/>
                </a:solidFill>
                <a:latin typeface="+mn-lt"/>
              </a:rPr>
              <a:t>Plodinec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M, </a:t>
            </a:r>
            <a:r>
              <a:rPr lang="en-US" altLang="en-US" sz="800" dirty="0" err="1">
                <a:solidFill>
                  <a:schemeClr val="bg1"/>
                </a:solidFill>
                <a:latin typeface="+mn-lt"/>
              </a:rPr>
              <a:t>Loparic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M, Monnier CA, Obermann EC, Zanetti-Dallenbach R, Oertle P, et al. The nanomechanical signature of breast cancer. 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Nat </a:t>
            </a:r>
            <a:r>
              <a:rPr lang="en-US" altLang="en-US" sz="800" i="1" dirty="0" err="1">
                <a:solidFill>
                  <a:schemeClr val="bg1"/>
                </a:solidFill>
                <a:latin typeface="+mn-lt"/>
              </a:rPr>
              <a:t>Nanotechnol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.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2012;7:757–65.</a:t>
            </a:r>
          </a:p>
          <a:p>
            <a:endParaRPr lang="en-GB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437558" y="255433"/>
            <a:ext cx="20003716" cy="3412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186" tIns="43668" rIns="92186" bIns="43668">
            <a:spAutoFit/>
          </a:bodyPr>
          <a:lstStyle/>
          <a:p>
            <a:pPr algn="ctr" defTabSz="907302"/>
            <a:r>
              <a:rPr lang="en-GB" sz="7200" dirty="0">
                <a:solidFill>
                  <a:schemeClr val="bg1"/>
                </a:solidFill>
                <a:latin typeface="Arial" charset="0"/>
              </a:rPr>
              <a:t>Basement membrane stiffness determines metastases formation</a:t>
            </a:r>
          </a:p>
          <a:p>
            <a:pPr algn="ctr" defTabSz="907302"/>
            <a:r>
              <a:rPr lang="en-GB" sz="7200" dirty="0">
                <a:solidFill>
                  <a:schemeClr val="bg1"/>
                </a:solidFill>
                <a:latin typeface="Arial" charset="0"/>
              </a:rPr>
              <a:t>Reuter et al. </a:t>
            </a:r>
            <a:r>
              <a:rPr lang="en-GB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¹</a:t>
            </a:r>
            <a:endParaRPr lang="en-GB" sz="720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39" name="Rectangle 33">
            <a:extLst>
              <a:ext uri="{FF2B5EF4-FFF2-40B4-BE49-F238E27FC236}">
                <a16:creationId xmlns:a16="http://schemas.microsoft.com/office/drawing/2014/main" id="{CEE1BBF0-CC7E-BD4E-892A-96A143A5C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3223" y="4515545"/>
            <a:ext cx="9008550" cy="9327112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17336F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just"/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Analysis.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98B4590-EE47-484C-A37C-CC25DA175388}"/>
              </a:ext>
            </a:extLst>
          </p:cNvPr>
          <p:cNvSpPr txBox="1"/>
          <p:nvPr/>
        </p:nvSpPr>
        <p:spPr>
          <a:xfrm>
            <a:off x="362003" y="12568993"/>
            <a:ext cx="403734" cy="60202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B31B5C-16E1-EE44-B913-6B0CC5CB6154}"/>
              </a:ext>
            </a:extLst>
          </p:cNvPr>
          <p:cNvCxnSpPr/>
          <p:nvPr/>
        </p:nvCxnSpPr>
        <p:spPr bwMode="auto">
          <a:xfrm>
            <a:off x="278923" y="17134495"/>
            <a:ext cx="97488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5" name="Rectangle 36">
            <a:extLst>
              <a:ext uri="{FF2B5EF4-FFF2-40B4-BE49-F238E27FC236}">
                <a16:creationId xmlns:a16="http://schemas.microsoft.com/office/drawing/2014/main" id="{C22AD844-5777-374E-AD00-627FF18C3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134701"/>
            <a:ext cx="10471567" cy="715453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17336F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just"/>
            <a:r>
              <a:rPr lang="en-GB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Experimental Setup.</a:t>
            </a:r>
          </a:p>
        </p:txBody>
      </p:sp>
      <p:sp>
        <p:nvSpPr>
          <p:cNvPr id="328" name="Rectangle 36">
            <a:extLst>
              <a:ext uri="{FF2B5EF4-FFF2-40B4-BE49-F238E27FC236}">
                <a16:creationId xmlns:a16="http://schemas.microsoft.com/office/drawing/2014/main" id="{92F5DD84-0303-3748-956C-BE30CE7F5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6600" y="5428651"/>
            <a:ext cx="10782790" cy="1514408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17336F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just"/>
            <a:endParaRPr lang="en-GB" sz="1800" dirty="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A8B883A-9537-8D4E-A7A7-A3699FA8F577}"/>
              </a:ext>
            </a:extLst>
          </p:cNvPr>
          <p:cNvSpPr/>
          <p:nvPr/>
        </p:nvSpPr>
        <p:spPr bwMode="auto">
          <a:xfrm>
            <a:off x="14273510" y="6459527"/>
            <a:ext cx="110178" cy="14775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Grande" pitchFamily="1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5035AF3-429A-9843-9833-E2DAE67370F3}"/>
              </a:ext>
            </a:extLst>
          </p:cNvPr>
          <p:cNvGrpSpPr/>
          <p:nvPr/>
        </p:nvGrpSpPr>
        <p:grpSpPr>
          <a:xfrm>
            <a:off x="-5946" y="5297655"/>
            <a:ext cx="10489169" cy="7997767"/>
            <a:chOff x="254497" y="5297655"/>
            <a:chExt cx="10515249" cy="7997767"/>
          </a:xfrm>
        </p:grpSpPr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089DF1EC-1BE6-8544-AB59-8A652881B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97" y="5297655"/>
              <a:ext cx="10515249" cy="7208513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17336F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 altLang="en-US" sz="8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434235F-A53A-494A-AB32-96782DCA9961}"/>
                </a:ext>
              </a:extLst>
            </p:cNvPr>
            <p:cNvSpPr txBox="1"/>
            <p:nvPr/>
          </p:nvSpPr>
          <p:spPr>
            <a:xfrm>
              <a:off x="260459" y="5351193"/>
              <a:ext cx="10485099" cy="203132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GB" sz="1800" b="1" dirty="0">
                  <a:latin typeface="+mn-lt"/>
                  <a:cs typeface="Arial" panose="020B0604020202020204" pitchFamily="34" charset="0"/>
                </a:rPr>
                <a:t>Summary</a:t>
              </a:r>
              <a:r>
                <a:rPr lang="en-GB" sz="1800" dirty="0">
                  <a:latin typeface="+mn-lt"/>
                  <a:cs typeface="Arial" panose="020B0604020202020204" pitchFamily="34" charset="0"/>
                </a:rPr>
                <a:t>.  </a:t>
              </a:r>
            </a:p>
            <a:p>
              <a:pPr algn="just">
                <a:spcAft>
                  <a:spcPts val="0"/>
                </a:spcAft>
              </a:pPr>
              <a:r>
                <a:rPr lang="en-GB" sz="1800" dirty="0">
                  <a:latin typeface="+mn-lt"/>
                </a:rPr>
                <a:t>Basement membranes (BM) are specialised extracellular matrix (ECM) barriers that restrict early tumour cell dissemination.</a:t>
              </a:r>
              <a:r>
                <a:rPr lang="en-GB" sz="1800" baseline="30000" dirty="0">
                  <a:latin typeface="+mn-lt"/>
                  <a:cs typeface="Arial" panose="020B0604020202020204" pitchFamily="34" charset="0"/>
                </a:rPr>
                <a:t>1,4 </a:t>
              </a:r>
              <a:r>
                <a:rPr lang="en-GB" sz="1800" dirty="0">
                  <a:latin typeface="+mn-lt"/>
                </a:rPr>
                <a:t>Traditional models emphasised protease-driven BM degradation, but recent work shows that BM mechanical properties also regulate invasion.</a:t>
              </a:r>
              <a:r>
                <a:rPr lang="en-GB" sz="1800" baseline="30000" dirty="0">
                  <a:latin typeface="+mn-lt"/>
                  <a:cs typeface="Arial" panose="020B0604020202020204" pitchFamily="34" charset="0"/>
                </a:rPr>
                <a:t>1 </a:t>
              </a:r>
              <a:r>
                <a:rPr lang="en-GB" sz="1800" dirty="0">
                  <a:latin typeface="+mn-lt"/>
                </a:rPr>
                <a:t>Loss of Netrin-4 (Net4-KO mice) disrupted laminin architecture, increased BM stiffness and elevated metastatic burden.</a:t>
              </a:r>
              <a:r>
                <a:rPr lang="en-GB" sz="1800" baseline="30000" dirty="0">
                  <a:cs typeface="Arial" panose="020B0604020202020204" pitchFamily="34" charset="0"/>
                </a:rPr>
                <a:t> 1</a:t>
              </a:r>
              <a:r>
                <a:rPr lang="en-GB" sz="1800" dirty="0">
                  <a:latin typeface="+mn-lt"/>
                </a:rPr>
                <a:t> Atomic force microscopy (AFM) measurements confirm that stiffer Net4-deficient BMs correlate with enhanced metastatic potential.</a:t>
              </a:r>
              <a:r>
                <a:rPr lang="en-GB" sz="1800" baseline="30000" dirty="0">
                  <a:latin typeface="+mn-lt"/>
                  <a:cs typeface="Arial" panose="020B0604020202020204" pitchFamily="34" charset="0"/>
                </a:rPr>
                <a:t>1,6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6F59E6-86A5-6B49-ABB1-15602FFA51C6}"/>
                </a:ext>
              </a:extLst>
            </p:cNvPr>
            <p:cNvSpPr txBox="1"/>
            <p:nvPr/>
          </p:nvSpPr>
          <p:spPr>
            <a:xfrm>
              <a:off x="312813" y="9635287"/>
              <a:ext cx="1024068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  <a:latin typeface="+mn-lt"/>
                  <a:cs typeface="Arial" panose="020B0604020202020204" pitchFamily="34" charset="0"/>
                </a:rPr>
                <a:t>Figure 1. </a:t>
              </a:r>
              <a:r>
                <a:rPr lang="en-GB" sz="1400" dirty="0">
                  <a:latin typeface="+mn-lt"/>
                  <a:cs typeface="Arial" panose="020B0604020202020204" pitchFamily="34" charset="0"/>
                </a:rPr>
                <a:t>Evolution of basement-membrane invasion models. A) </a:t>
              </a:r>
              <a:r>
                <a:rPr lang="en-GB" sz="1400" dirty="0">
                  <a:latin typeface="+mn-lt"/>
                </a:rPr>
                <a:t>Original protease-dependent invasion model driven by MMP activity.</a:t>
              </a:r>
              <a:r>
                <a:rPr lang="en-GB" sz="1400" baseline="30000" dirty="0">
                  <a:latin typeface="+mn-lt"/>
                  <a:cs typeface="Arial" panose="020B0604020202020204" pitchFamily="34" charset="0"/>
                </a:rPr>
                <a:t>4 </a:t>
              </a:r>
              <a:r>
                <a:rPr lang="en-GB" sz="1400" dirty="0">
                  <a:latin typeface="+mn-lt"/>
                </a:rPr>
                <a:t>B) Updated model showing that basement-membrane stiffness regulates tumour-cell invasion.</a:t>
              </a:r>
              <a:r>
                <a:rPr lang="en-GB" sz="1400" baseline="30000" dirty="0">
                  <a:latin typeface="+mn-lt"/>
                  <a:cs typeface="Arial" panose="020B0604020202020204" pitchFamily="34" charset="0"/>
                </a:rPr>
                <a:t>1,5  </a:t>
              </a:r>
              <a:r>
                <a:rPr lang="en-GB" sz="1400" i="1" dirty="0">
                  <a:latin typeface="+mn-lt"/>
                  <a:cs typeface="Arial" panose="020B0604020202020204" pitchFamily="34" charset="0"/>
                </a:rPr>
                <a:t>Created with BioRender.com. Adapted from </a:t>
              </a:r>
              <a:r>
                <a:rPr lang="en-GB" sz="1400" baseline="30000" dirty="0">
                  <a:latin typeface="+mn-lt"/>
                  <a:cs typeface="Arial" panose="020B0604020202020204" pitchFamily="34" charset="0"/>
                </a:rPr>
                <a:t> 1</a:t>
              </a:r>
              <a:endParaRPr lang="en-US" sz="1400" dirty="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1F2CCDC-EF32-794B-903D-5B14CB8D8B08}"/>
                </a:ext>
              </a:extLst>
            </p:cNvPr>
            <p:cNvSpPr txBox="1"/>
            <p:nvPr/>
          </p:nvSpPr>
          <p:spPr>
            <a:xfrm>
              <a:off x="291741" y="10433100"/>
              <a:ext cx="10324559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0"/>
                </a:spcAft>
              </a:pPr>
              <a:endParaRPr lang="en-GB" sz="1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>
                <a:spcAft>
                  <a:spcPts val="0"/>
                </a:spcAft>
              </a:pPr>
              <a:r>
                <a:rPr lang="en-GB" sz="1800" b="1" dirty="0">
                  <a:latin typeface="+mn-lt"/>
                  <a:cs typeface="Arial" panose="020B0604020202020204" pitchFamily="34" charset="0"/>
                </a:rPr>
                <a:t>History. </a:t>
              </a:r>
              <a:r>
                <a:rPr lang="en-GB" sz="1800" dirty="0">
                  <a:latin typeface="+mn-lt"/>
                </a:rPr>
                <a:t>Earlier models proposed </a:t>
              </a:r>
              <a:r>
                <a:rPr lang="en-GB" sz="1800" i="1" dirty="0">
                  <a:latin typeface="+mn-lt"/>
                </a:rPr>
                <a:t>protease-mediated BM degradation</a:t>
              </a:r>
              <a:r>
                <a:rPr lang="en-GB" sz="1800" dirty="0">
                  <a:latin typeface="+mn-lt"/>
                </a:rPr>
                <a:t> only </a:t>
              </a:r>
              <a:r>
                <a:rPr lang="en-GB" sz="1800" b="1" dirty="0">
                  <a:solidFill>
                    <a:srgbClr val="C00000"/>
                  </a:solidFill>
                  <a:latin typeface="+mn-lt"/>
                </a:rPr>
                <a:t>(Fig. 1A)</a:t>
              </a:r>
              <a:r>
                <a:rPr lang="en-GB" sz="1800" dirty="0">
                  <a:latin typeface="+mn-lt"/>
                </a:rPr>
                <a:t>. Current evidence supports a </a:t>
              </a:r>
              <a:r>
                <a:rPr lang="en-GB" sz="1800" i="1" dirty="0">
                  <a:latin typeface="+mn-lt"/>
                </a:rPr>
                <a:t>mechanics-based</a:t>
              </a:r>
              <a:r>
                <a:rPr lang="en-GB" sz="1800" dirty="0">
                  <a:latin typeface="+mn-lt"/>
                </a:rPr>
                <a:t> model where BM stiffness regulates invasion </a:t>
              </a:r>
              <a:r>
                <a:rPr lang="en-GB" sz="1800" b="1" dirty="0">
                  <a:solidFill>
                    <a:srgbClr val="C00000"/>
                  </a:solidFill>
                  <a:latin typeface="+mn-lt"/>
                </a:rPr>
                <a:t>(Fig. 1B)</a:t>
              </a:r>
              <a:r>
                <a:rPr lang="en-GB" sz="1800" dirty="0">
                  <a:latin typeface="+mn-lt"/>
                </a:rPr>
                <a:t>. AFM, rheometry and microrheology now quantify ECM mechanics to link stiffness with metastatic potential.</a:t>
              </a:r>
              <a:r>
                <a:rPr lang="en-GB" sz="1800" baseline="30000" dirty="0">
                  <a:latin typeface="+mn-lt"/>
                  <a:cs typeface="Arial" panose="020B0604020202020204" pitchFamily="34" charset="0"/>
                </a:rPr>
                <a:t>1-3,6</a:t>
              </a:r>
              <a:endParaRPr lang="en-GB" sz="1800" dirty="0">
                <a:latin typeface="+mn-lt"/>
                <a:cs typeface="Arial" panose="020B0604020202020204" pitchFamily="34" charset="0"/>
              </a:endParaRPr>
            </a:p>
            <a:p>
              <a:pPr algn="just">
                <a:spcAft>
                  <a:spcPts val="0"/>
                </a:spcAft>
              </a:pPr>
              <a:endParaRPr lang="en-GB" sz="1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>
                <a:spcAft>
                  <a:spcPts val="0"/>
                </a:spcAft>
              </a:pPr>
              <a:endParaRPr lang="en-GB" sz="1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>
                <a:spcAft>
                  <a:spcPts val="0"/>
                </a:spcAft>
              </a:pPr>
              <a:endParaRPr lang="en-GB" sz="1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>
                <a:spcAft>
                  <a:spcPts val="0"/>
                </a:spcAft>
              </a:pPr>
              <a:endParaRPr lang="en-GB" sz="1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>
                <a:spcAft>
                  <a:spcPts val="0"/>
                </a:spcAft>
              </a:pPr>
              <a:endParaRPr lang="en-GB" sz="1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3672C22-5677-464B-8429-2A900089B9DE}"/>
              </a:ext>
            </a:extLst>
          </p:cNvPr>
          <p:cNvGrpSpPr/>
          <p:nvPr/>
        </p:nvGrpSpPr>
        <p:grpSpPr>
          <a:xfrm>
            <a:off x="300836" y="456153"/>
            <a:ext cx="4755266" cy="2133585"/>
            <a:chOff x="425332" y="309558"/>
            <a:chExt cx="4755266" cy="213358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F0C11D8-F594-9548-986F-37412B9067FC}"/>
                </a:ext>
              </a:extLst>
            </p:cNvPr>
            <p:cNvSpPr/>
            <p:nvPr/>
          </p:nvSpPr>
          <p:spPr bwMode="auto">
            <a:xfrm>
              <a:off x="425332" y="309558"/>
              <a:ext cx="4727991" cy="213358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1" charset="0"/>
              </a:endParaRPr>
            </a:p>
          </p:txBody>
        </p:sp>
        <p:pic>
          <p:nvPicPr>
            <p:cNvPr id="1028" name="Picture 4" descr="Blood Products &amp; Transfusion - INTRODUCTION">
              <a:extLst>
                <a:ext uri="{FF2B5EF4-FFF2-40B4-BE49-F238E27FC236}">
                  <a16:creationId xmlns:a16="http://schemas.microsoft.com/office/drawing/2014/main" id="{4694755A-9671-184C-A0D1-32D87F9D96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83" y="394813"/>
              <a:ext cx="4691088" cy="8154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A60E969-A59A-B04E-BFD3-5D39B1F55C2A}"/>
                </a:ext>
              </a:extLst>
            </p:cNvPr>
            <p:cNvSpPr/>
            <p:nvPr/>
          </p:nvSpPr>
          <p:spPr bwMode="auto">
            <a:xfrm>
              <a:off x="425332" y="1286359"/>
              <a:ext cx="4755266" cy="1156784"/>
            </a:xfrm>
            <a:prstGeom prst="rect">
              <a:avLst/>
            </a:prstGeom>
            <a:solidFill>
              <a:srgbClr val="2B167B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1" charset="0"/>
              </a:endParaRPr>
            </a:p>
          </p:txBody>
        </p:sp>
      </p:grpSp>
      <p:sp>
        <p:nvSpPr>
          <p:cNvPr id="344" name="Text Box 7">
            <a:extLst>
              <a:ext uri="{FF2B5EF4-FFF2-40B4-BE49-F238E27FC236}">
                <a16:creationId xmlns:a16="http://schemas.microsoft.com/office/drawing/2014/main" id="{08D4AB09-B23F-5F45-B211-EA6DA7544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5094" y="4524826"/>
            <a:ext cx="10806066" cy="928683"/>
          </a:xfrm>
          <a:prstGeom prst="rect">
            <a:avLst/>
          </a:prstGeom>
          <a:solidFill>
            <a:srgbClr val="3A1BA6"/>
          </a:solidFill>
          <a:ln>
            <a:noFill/>
          </a:ln>
        </p:spPr>
        <p:txBody>
          <a:bodyPr wrap="square" lIns="432018" tIns="216011" rIns="432018" bIns="216011" anchor="ctr" anchorCtr="0">
            <a:spAutoFit/>
          </a:bodyPr>
          <a:lstStyle>
            <a:lvl1pPr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1pPr>
            <a:lvl2pPr marL="742950" indent="-28575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2pPr>
            <a:lvl3pPr marL="11430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3pPr>
            <a:lvl4pPr marL="16002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4pPr>
            <a:lvl5pPr marL="20574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conclusion</a:t>
            </a:r>
            <a:endParaRPr lang="en-GB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C6003EC4-9F8B-7647-8EE5-AC526DA29125}"/>
              </a:ext>
            </a:extLst>
          </p:cNvPr>
          <p:cNvSpPr txBox="1"/>
          <p:nvPr/>
        </p:nvSpPr>
        <p:spPr>
          <a:xfrm>
            <a:off x="19543551" y="7636845"/>
            <a:ext cx="107258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b="1" dirty="0">
                <a:latin typeface="+mn-lt"/>
                <a:cs typeface="Arial" panose="020B0604020202020204" pitchFamily="34" charset="0"/>
              </a:rPr>
              <a:t>Research Summary. </a:t>
            </a:r>
            <a:r>
              <a:rPr lang="en-GB" sz="1800" dirty="0">
                <a:latin typeface="+mn-lt"/>
                <a:cs typeface="Arial" panose="020B0604020202020204" pitchFamily="34" charset="0"/>
              </a:rPr>
              <a:t>Reuter et al. investigated</a:t>
            </a:r>
            <a:r>
              <a:rPr lang="en-GB" sz="1800" b="1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1800" dirty="0">
                <a:latin typeface="+mn-lt"/>
              </a:rPr>
              <a:t>how the loss of Netrin-4 alters basement-membrane mechanics using AFM. </a:t>
            </a:r>
            <a:r>
              <a:rPr lang="en-GB" sz="1800" dirty="0">
                <a:latin typeface="+mn-lt"/>
                <a:cs typeface="Arial" panose="020B0604020202020204" pitchFamily="34" charset="0"/>
              </a:rPr>
              <a:t>Net4-KO lung basement membranes were approximately twice as stiff as WT </a:t>
            </a:r>
            <a:r>
              <a:rPr lang="en-GB" sz="1800" b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(Fig. 4)</a:t>
            </a:r>
            <a:r>
              <a:rPr lang="en-GB" sz="1800" dirty="0">
                <a:latin typeface="+mn-lt"/>
                <a:cs typeface="Arial" panose="020B0604020202020204" pitchFamily="34" charset="0"/>
              </a:rPr>
              <a:t>,</a:t>
            </a:r>
            <a:r>
              <a:rPr lang="en-GB" sz="1800" b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1800" dirty="0">
                <a:latin typeface="+mn-lt"/>
                <a:cs typeface="Arial" panose="020B0604020202020204" pitchFamily="34" charset="0"/>
              </a:rPr>
              <a:t>and this stiffening was associated with a higher metastatic burden in vivo </a:t>
            </a:r>
            <a:r>
              <a:rPr lang="en-GB" sz="1800" b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(Fig. 5)</a:t>
            </a:r>
            <a:r>
              <a:rPr lang="en-GB" sz="18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. </a:t>
            </a:r>
            <a:r>
              <a:rPr lang="en-GB" sz="1800" dirty="0">
                <a:latin typeface="+mn-lt"/>
                <a:cs typeface="Arial" panose="020B0604020202020204" pitchFamily="34" charset="0"/>
              </a:rPr>
              <a:t>These results support a stiffness-regulated invasion model in which</a:t>
            </a:r>
            <a:r>
              <a:rPr lang="en-GB" sz="1800" dirty="0">
                <a:latin typeface="+mn-lt"/>
              </a:rPr>
              <a:t> Net4-dependent softening limits tumour dissemination.</a:t>
            </a:r>
            <a:r>
              <a:rPr lang="en-GB" sz="1800" dirty="0">
                <a:latin typeface="+mn-lt"/>
                <a:cs typeface="Arial" panose="020B0604020202020204" pitchFamily="34" charset="0"/>
              </a:rPr>
              <a:t>¹</a:t>
            </a:r>
          </a:p>
        </p:txBody>
      </p:sp>
      <p:graphicFrame>
        <p:nvGraphicFramePr>
          <p:cNvPr id="32" name="Table 25">
            <a:extLst>
              <a:ext uri="{FF2B5EF4-FFF2-40B4-BE49-F238E27FC236}">
                <a16:creationId xmlns:a16="http://schemas.microsoft.com/office/drawing/2014/main" id="{97D42CA3-CC5F-574A-A183-4BFAF4A0A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121776"/>
              </p:ext>
            </p:extLst>
          </p:nvPr>
        </p:nvGraphicFramePr>
        <p:xfrm>
          <a:off x="10500432" y="14377841"/>
          <a:ext cx="8947061" cy="591044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28862">
                  <a:extLst>
                    <a:ext uri="{9D8B030D-6E8A-4147-A177-3AD203B41FA5}">
                      <a16:colId xmlns:a16="http://schemas.microsoft.com/office/drawing/2014/main" val="2730539587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3269382641"/>
                    </a:ext>
                  </a:extLst>
                </a:gridCol>
                <a:gridCol w="3517799">
                  <a:extLst>
                    <a:ext uri="{9D8B030D-6E8A-4147-A177-3AD203B41FA5}">
                      <a16:colId xmlns:a16="http://schemas.microsoft.com/office/drawing/2014/main" val="1048675717"/>
                    </a:ext>
                  </a:extLst>
                </a:gridCol>
              </a:tblGrid>
              <a:tr h="397682">
                <a:tc>
                  <a:txBody>
                    <a:bodyPr/>
                    <a:lstStyle/>
                    <a:p>
                      <a:pPr algn="ctr"/>
                      <a:r>
                        <a:rPr lang="en-US" sz="1800" b="0" u="none" dirty="0">
                          <a:ln>
                            <a:solidFill>
                              <a:schemeClr val="bg1"/>
                            </a:solidFill>
                          </a:ln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Assay types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u="none" dirty="0">
                          <a:ln>
                            <a:solidFill>
                              <a:schemeClr val="bg1"/>
                            </a:solidFill>
                          </a:ln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Advantages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u="none" dirty="0">
                          <a:ln>
                            <a:solidFill>
                              <a:schemeClr val="bg1"/>
                            </a:solidFill>
                          </a:ln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Disadvantages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663378"/>
                  </a:ext>
                </a:extLst>
              </a:tr>
              <a:tr h="1858273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Atomic Force Microscopy (AFM)</a:t>
                      </a:r>
                      <a:endParaRPr lang="en-US" sz="180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Nanometre-scale resolution</a:t>
                      </a:r>
                    </a:p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Direct stiffness measurement (Young’s Modulus)</a:t>
                      </a:r>
                    </a:p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Detects BM stiffness changes</a:t>
                      </a:r>
                    </a:p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</a:rPr>
                        <a:t>Compatible with live or hydrated tissue</a:t>
                      </a:r>
                      <a:endParaRPr lang="en-GB" sz="18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Contact deformation 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Model-dependent (Hertz model)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Tip/indentation depth sensitivity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482686"/>
                  </a:ext>
                </a:extLst>
              </a:tr>
              <a:tr h="1714111">
                <a:tc>
                  <a:txBody>
                    <a:bodyPr/>
                    <a:lstStyle/>
                    <a:p>
                      <a:pPr marL="0" marR="0" lvl="0" indent="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Brillouin Microscopy</a:t>
                      </a:r>
                    </a:p>
                    <a:p>
                      <a:pPr algn="l"/>
                      <a:endParaRPr lang="en-US" sz="180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Fully optical, non-contact</a:t>
                      </a:r>
                      <a:r>
                        <a:rPr lang="en-GB" sz="1800" baseline="300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3D mechanical mapping Works in live hydrated 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Longitudinal modulus only</a:t>
                      </a:r>
                    </a:p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Hydration-dependent </a:t>
                      </a:r>
                    </a:p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Limited stiffness correlation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249656"/>
                  </a:ext>
                </a:extLst>
              </a:tr>
              <a:tr h="1940383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Scanning Ion Conductance Microscopy (SICM)</a:t>
                      </a:r>
                      <a:endParaRPr lang="en-US" sz="180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Non-contact imaging</a:t>
                      </a:r>
                    </a:p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Preserves fragile tissues </a:t>
                      </a:r>
                    </a:p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High-resolution compliance/topography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Slower acquisition </a:t>
                      </a:r>
                    </a:p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Lower lateral resolution</a:t>
                      </a:r>
                    </a:p>
                    <a:p>
                      <a:pPr marL="285750" marR="0" lvl="0" indent="-285750" algn="l" defTabSz="27946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dirty="0">
                          <a:latin typeface="+mn-lt"/>
                          <a:cs typeface="Arial" panose="020B0604020202020204" pitchFamily="34" charset="0"/>
                        </a:rPr>
                        <a:t>Indirect stiffness readout</a:t>
                      </a:r>
                      <a:endParaRPr lang="en-US" sz="18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05464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BBC9FF65-74F5-1E37-10D8-D49C78A44128}"/>
              </a:ext>
            </a:extLst>
          </p:cNvPr>
          <p:cNvSpPr txBox="1"/>
          <p:nvPr/>
        </p:nvSpPr>
        <p:spPr>
          <a:xfrm>
            <a:off x="767639" y="14329783"/>
            <a:ext cx="9051298" cy="748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C6411F9-9BE1-ADD0-E519-90245CC2D2DC}"/>
              </a:ext>
            </a:extLst>
          </p:cNvPr>
          <p:cNvSpPr txBox="1"/>
          <p:nvPr/>
        </p:nvSpPr>
        <p:spPr>
          <a:xfrm>
            <a:off x="19667398" y="4662992"/>
            <a:ext cx="405636" cy="585304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27F5B5-3158-E7F2-E126-6FF21E2A696B}"/>
              </a:ext>
            </a:extLst>
          </p:cNvPr>
          <p:cNvSpPr txBox="1"/>
          <p:nvPr/>
        </p:nvSpPr>
        <p:spPr>
          <a:xfrm>
            <a:off x="19644839" y="6998426"/>
            <a:ext cx="405636" cy="585304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33C84E5-3508-F952-B827-F9683FBBD68F}"/>
              </a:ext>
            </a:extLst>
          </p:cNvPr>
          <p:cNvGrpSpPr/>
          <p:nvPr/>
        </p:nvGrpSpPr>
        <p:grpSpPr>
          <a:xfrm>
            <a:off x="61251" y="7502933"/>
            <a:ext cx="10555039" cy="1951533"/>
            <a:chOff x="329277" y="9718433"/>
            <a:chExt cx="9698446" cy="1808394"/>
          </a:xfrm>
        </p:grpSpPr>
        <p:pic>
          <p:nvPicPr>
            <p:cNvPr id="77" name="Picture 76" descr="A screenshot of a video game&#10;&#10;AI-generated content may be incorrect.">
              <a:extLst>
                <a:ext uri="{FF2B5EF4-FFF2-40B4-BE49-F238E27FC236}">
                  <a16:creationId xmlns:a16="http://schemas.microsoft.com/office/drawing/2014/main" id="{DD24ECA4-0DF9-15B2-E11F-17B3AB7D2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801"/>
            <a:stretch>
              <a:fillRect/>
            </a:stretch>
          </p:blipFill>
          <p:spPr>
            <a:xfrm>
              <a:off x="329277" y="9756017"/>
              <a:ext cx="3633861" cy="1770810"/>
            </a:xfrm>
            <a:prstGeom prst="rect">
              <a:avLst/>
            </a:prstGeom>
          </p:spPr>
        </p:pic>
        <p:pic>
          <p:nvPicPr>
            <p:cNvPr id="81" name="Picture 80" descr="A screenshot of a cell division&#10;&#10;AI-generated content may be incorrect.">
              <a:extLst>
                <a:ext uri="{FF2B5EF4-FFF2-40B4-BE49-F238E27FC236}">
                  <a16:creationId xmlns:a16="http://schemas.microsoft.com/office/drawing/2014/main" id="{43497D31-BE90-5313-3C26-C569F9042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894" b="31760"/>
            <a:stretch>
              <a:fillRect/>
            </a:stretch>
          </p:blipFill>
          <p:spPr>
            <a:xfrm>
              <a:off x="3762078" y="9718433"/>
              <a:ext cx="6265645" cy="1550224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04A750B-98D2-C883-72C9-076E2D40B03E}"/>
                </a:ext>
              </a:extLst>
            </p:cNvPr>
            <p:cNvSpPr/>
            <p:nvPr/>
          </p:nvSpPr>
          <p:spPr bwMode="auto">
            <a:xfrm>
              <a:off x="331729" y="9763715"/>
              <a:ext cx="371699" cy="329309"/>
            </a:xfrm>
            <a:prstGeom prst="rect">
              <a:avLst/>
            </a:prstGeom>
            <a:ln w="3810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1" charset="0"/>
                </a:rPr>
                <a:t>A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F4ED548-4AAE-3C53-7D43-E6F7141B715B}"/>
                </a:ext>
              </a:extLst>
            </p:cNvPr>
            <p:cNvSpPr/>
            <p:nvPr/>
          </p:nvSpPr>
          <p:spPr bwMode="auto">
            <a:xfrm>
              <a:off x="3386335" y="9767069"/>
              <a:ext cx="371699" cy="350454"/>
            </a:xfrm>
            <a:prstGeom prst="rect">
              <a:avLst/>
            </a:prstGeom>
            <a:ln w="3810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800" b="1" dirty="0">
                  <a:solidFill>
                    <a:schemeClr val="tx1"/>
                  </a:solidFill>
                  <a:latin typeface="Lucida Grande" pitchFamily="1" charset="0"/>
                </a:rPr>
                <a:t>B</a:t>
              </a:r>
              <a:endParaRPr kumimoji="0" lang="en-GB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1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BC575DC-EC8F-F257-8D6A-D43215658B87}"/>
                  </a:ext>
                </a:extLst>
              </p14:cNvPr>
              <p14:cNvContentPartPr/>
              <p14:nvPr/>
            </p14:nvContentPartPr>
            <p14:xfrm>
              <a:off x="26788110" y="10412610"/>
              <a:ext cx="360" cy="3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BC575DC-EC8F-F257-8D6A-D43215658B8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779110" y="1040397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35F3C11-E4CB-94F2-0A0B-881B310323F1}"/>
                  </a:ext>
                </a:extLst>
              </p14:cNvPr>
              <p14:cNvContentPartPr/>
              <p14:nvPr/>
            </p14:nvContentPartPr>
            <p14:xfrm>
              <a:off x="26837520" y="10472250"/>
              <a:ext cx="29520" cy="356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35F3C11-E4CB-94F2-0A0B-881B310323F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831400" y="10466130"/>
                <a:ext cx="41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5E7A435-7B76-C7ED-D5FB-DADF54BA8B80}"/>
                  </a:ext>
                </a:extLst>
              </p14:cNvPr>
              <p14:cNvContentPartPr/>
              <p14:nvPr/>
            </p14:nvContentPartPr>
            <p14:xfrm>
              <a:off x="28521960" y="10358490"/>
              <a:ext cx="51840" cy="374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5E7A435-7B76-C7ED-D5FB-DADF54BA8B8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515840" y="10352370"/>
                <a:ext cx="640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1A692E7-701A-3924-BA63-DA982AB9F17C}"/>
                  </a:ext>
                </a:extLst>
              </p14:cNvPr>
              <p14:cNvContentPartPr/>
              <p14:nvPr/>
            </p14:nvContentPartPr>
            <p14:xfrm>
              <a:off x="26644920" y="12160995"/>
              <a:ext cx="404640" cy="7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1A692E7-701A-3924-BA63-DA982AB9F17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640600" y="12152355"/>
                <a:ext cx="41328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95" name="Rectangle 394">
            <a:extLst>
              <a:ext uri="{FF2B5EF4-FFF2-40B4-BE49-F238E27FC236}">
                <a16:creationId xmlns:a16="http://schemas.microsoft.com/office/drawing/2014/main" id="{078BCEE3-1C47-8C43-9F36-5E1D84C03563}"/>
              </a:ext>
            </a:extLst>
          </p:cNvPr>
          <p:cNvSpPr/>
          <p:nvPr/>
        </p:nvSpPr>
        <p:spPr>
          <a:xfrm>
            <a:off x="19833537" y="16808051"/>
            <a:ext cx="985420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1400" b="1" dirty="0">
                <a:solidFill>
                  <a:srgbClr val="C00000"/>
                </a:solidFill>
                <a:latin typeface="+mn-lt"/>
              </a:rPr>
              <a:t>Figure 5. </a:t>
            </a:r>
            <a:r>
              <a:rPr lang="en-GB" sz="1400" dirty="0">
                <a:latin typeface="+mn-lt"/>
              </a:rPr>
              <a:t>AFM stiffness and metastatic burden in Net4-WT vs Net4-KO lungs. </a:t>
            </a:r>
          </a:p>
          <a:p>
            <a:pPr algn="just"/>
            <a:r>
              <a:rPr lang="en-GB" sz="1400" dirty="0">
                <a:latin typeface="+mn-lt"/>
              </a:rPr>
              <a:t>AFM nano-indentation revealed that Net4-KO basement membranes were significantly stiffer than WT (Mann–Whitney U test, p = 0.0241). Increased stiffness in KO lungs was accompanied by a greater microscopic and macroscopic metastatic burden 28 days after intravenous E0771 injection (Mann–Whitney U test, p = 0.0024, p = 0.0025).</a:t>
            </a:r>
            <a:br>
              <a:rPr lang="en-GB" sz="1400" dirty="0">
                <a:latin typeface="+mn-lt"/>
              </a:rPr>
            </a:br>
            <a:r>
              <a:rPr lang="en-GB" sz="1400" dirty="0">
                <a:latin typeface="+mn-lt"/>
              </a:rPr>
              <a:t>Created with BioRender.com. Data adapted from ¹.</a:t>
            </a:r>
          </a:p>
          <a:p>
            <a:pPr algn="just"/>
            <a:r>
              <a:rPr lang="en-US" sz="1400" b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 </a:t>
            </a:r>
            <a:endParaRPr lang="en-GB" sz="1400" dirty="0">
              <a:effectLst/>
              <a:latin typeface="+mn-lt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AF4FD81-CEB0-67DC-3FAD-C3A02D04447B}"/>
              </a:ext>
            </a:extLst>
          </p:cNvPr>
          <p:cNvSpPr txBox="1"/>
          <p:nvPr/>
        </p:nvSpPr>
        <p:spPr>
          <a:xfrm>
            <a:off x="19542215" y="9111884"/>
            <a:ext cx="106807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GB" sz="1800" b="1" dirty="0">
                <a:latin typeface="+mn-lt"/>
                <a:cs typeface="Arial" panose="020B0604020202020204" pitchFamily="34" charset="0"/>
              </a:rPr>
              <a:t>Method. </a:t>
            </a:r>
            <a:r>
              <a:rPr lang="en-GB" sz="1800" dirty="0">
                <a:latin typeface="+mn-lt"/>
              </a:rPr>
              <a:t>Lung tissue from Net4-WT and Net4-KO mice was cryo-sectioned and hydrated, then indented using AFM to obtain force–indentation curves </a:t>
            </a:r>
            <a:r>
              <a:rPr lang="en-GB" sz="1800" b="1" dirty="0">
                <a:solidFill>
                  <a:srgbClr val="C00000"/>
                </a:solidFill>
                <a:latin typeface="+mn-lt"/>
              </a:rPr>
              <a:t>(Fig. 3). </a:t>
            </a:r>
            <a:r>
              <a:rPr lang="en-GB" sz="1800" dirty="0">
                <a:latin typeface="+mn-lt"/>
              </a:rPr>
              <a:t>Young’s modulus was calculated using the Hertz model, and the basement membrane was identified by the stiffness peak </a:t>
            </a:r>
            <a:r>
              <a:rPr lang="en-GB" sz="1800" b="1" dirty="0">
                <a:solidFill>
                  <a:srgbClr val="C00000"/>
                </a:solidFill>
                <a:latin typeface="+mn-lt"/>
              </a:rPr>
              <a:t>(Fig. 4)</a:t>
            </a:r>
            <a:r>
              <a:rPr lang="en-GB" sz="1800" dirty="0">
                <a:latin typeface="+mn-lt"/>
              </a:rPr>
              <a:t>. Bulk rheology and microrheology were used alongside AFM to validate ECM stiffness measurements </a:t>
            </a:r>
            <a:r>
              <a:rPr lang="en-GB" sz="1800" b="1" dirty="0">
                <a:solidFill>
                  <a:srgbClr val="C00000"/>
                </a:solidFill>
                <a:latin typeface="+mn-lt"/>
              </a:rPr>
              <a:t>(Fig. 2)</a:t>
            </a:r>
            <a:r>
              <a:rPr lang="en-GB" sz="1800" dirty="0">
                <a:latin typeface="+mn-lt"/>
              </a:rPr>
              <a:t>. Metastatic burden was quantified histologically </a:t>
            </a:r>
            <a:r>
              <a:rPr lang="en-GB" sz="1800" b="1" dirty="0">
                <a:solidFill>
                  <a:srgbClr val="C00000"/>
                </a:solidFill>
                <a:latin typeface="+mn-lt"/>
              </a:rPr>
              <a:t>(Fig. 5)</a:t>
            </a:r>
            <a:r>
              <a:rPr lang="en-GB" sz="1800" dirty="0">
                <a:latin typeface="+mn-lt"/>
              </a:rPr>
              <a:t>. Statistical tests were non-parametric (Mann–Whitney).</a:t>
            </a:r>
            <a:r>
              <a:rPr lang="en-GB" sz="1800" dirty="0">
                <a:latin typeface="+mn-lt"/>
                <a:cs typeface="Arial" panose="020B0604020202020204" pitchFamily="34" charset="0"/>
              </a:rPr>
              <a:t>¹</a:t>
            </a:r>
            <a:endParaRPr lang="en-GB" sz="1800" b="1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FE7340B-D7CE-8D6C-BCD4-4AFB5F8C7C40}"/>
              </a:ext>
            </a:extLst>
          </p:cNvPr>
          <p:cNvSpPr/>
          <p:nvPr/>
        </p:nvSpPr>
        <p:spPr bwMode="auto">
          <a:xfrm>
            <a:off x="264286" y="17400119"/>
            <a:ext cx="501451" cy="428356"/>
          </a:xfrm>
          <a:prstGeom prst="rect">
            <a:avLst/>
          </a:prstGeom>
          <a:ln w="381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800" b="1" dirty="0">
                <a:solidFill>
                  <a:schemeClr val="tx1"/>
                </a:solidFill>
                <a:latin typeface="Lucida Grande" pitchFamily="1" charset="0"/>
              </a:rPr>
              <a:t>B</a:t>
            </a:r>
            <a:endParaRPr kumimoji="0" lang="en-GB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Grande" pitchFamily="1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F1FC3CE-31A8-E876-3A2C-C416F2EF1320}"/>
              </a:ext>
            </a:extLst>
          </p:cNvPr>
          <p:cNvGrpSpPr/>
          <p:nvPr/>
        </p:nvGrpSpPr>
        <p:grpSpPr>
          <a:xfrm>
            <a:off x="19533817" y="13524673"/>
            <a:ext cx="10778010" cy="3575945"/>
            <a:chOff x="19464702" y="13457709"/>
            <a:chExt cx="10778010" cy="3575945"/>
          </a:xfrm>
        </p:grpSpPr>
        <p:pic>
          <p:nvPicPr>
            <p:cNvPr id="43" name="Picture 42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69DED2B2-939A-1266-E44F-190D0D79F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82" t="36670" r="67509" b="22552"/>
            <a:stretch>
              <a:fillRect/>
            </a:stretch>
          </p:blipFill>
          <p:spPr>
            <a:xfrm>
              <a:off x="19464702" y="13460065"/>
              <a:ext cx="3808758" cy="3339730"/>
            </a:xfrm>
            <a:prstGeom prst="rect">
              <a:avLst/>
            </a:prstGeom>
          </p:spPr>
        </p:pic>
        <p:pic>
          <p:nvPicPr>
            <p:cNvPr id="45" name="Picture 44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32529574-F08F-9AB6-94FF-2D85D0FFF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555" t="37576" r="5006" b="18501"/>
            <a:stretch>
              <a:fillRect/>
            </a:stretch>
          </p:blipFill>
          <p:spPr>
            <a:xfrm>
              <a:off x="26433954" y="13639256"/>
              <a:ext cx="3808758" cy="3394398"/>
            </a:xfrm>
            <a:prstGeom prst="rect">
              <a:avLst/>
            </a:prstGeom>
          </p:spPr>
        </p:pic>
        <p:pic>
          <p:nvPicPr>
            <p:cNvPr id="48" name="Picture 47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75097774-D4E5-C8E9-19C3-B3608C941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038" t="36500" r="37818" b="21371"/>
            <a:stretch>
              <a:fillRect/>
            </a:stretch>
          </p:blipFill>
          <p:spPr>
            <a:xfrm>
              <a:off x="22994982" y="13457709"/>
              <a:ext cx="3457037" cy="3405207"/>
            </a:xfrm>
            <a:prstGeom prst="rect">
              <a:avLst/>
            </a:prstGeom>
          </p:spPr>
        </p:pic>
      </p:grpSp>
      <p:sp>
        <p:nvSpPr>
          <p:cNvPr id="50" name="Text Box 7">
            <a:extLst>
              <a:ext uri="{FF2B5EF4-FFF2-40B4-BE49-F238E27FC236}">
                <a16:creationId xmlns:a16="http://schemas.microsoft.com/office/drawing/2014/main" id="{14344218-A397-2C4C-6195-5D6C5AD14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5095" y="18097258"/>
            <a:ext cx="10827721" cy="928683"/>
          </a:xfrm>
          <a:prstGeom prst="rect">
            <a:avLst/>
          </a:prstGeom>
          <a:solidFill>
            <a:srgbClr val="3A1BA6"/>
          </a:solidFill>
          <a:ln>
            <a:noFill/>
          </a:ln>
        </p:spPr>
        <p:txBody>
          <a:bodyPr wrap="square" lIns="432018" tIns="216011" rIns="432018" bIns="216011" anchor="ctr" anchorCtr="0">
            <a:spAutoFit/>
          </a:bodyPr>
          <a:lstStyle>
            <a:lvl1pPr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1pPr>
            <a:lvl2pPr marL="742950" indent="-28575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2pPr>
            <a:lvl3pPr marL="11430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3pPr>
            <a:lvl4pPr marL="16002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4pPr>
            <a:lvl5pPr marL="20574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2" name="TextBox 36">
            <a:extLst>
              <a:ext uri="{FF2B5EF4-FFF2-40B4-BE49-F238E27FC236}">
                <a16:creationId xmlns:a16="http://schemas.microsoft.com/office/drawing/2014/main" id="{6B2B5CCB-EF2B-385A-6AD3-5A046A591DAD}"/>
              </a:ext>
            </a:extLst>
          </p:cNvPr>
          <p:cNvSpPr txBox="1"/>
          <p:nvPr/>
        </p:nvSpPr>
        <p:spPr>
          <a:xfrm>
            <a:off x="19637474" y="18257737"/>
            <a:ext cx="419280" cy="58477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1D52024B-6157-D343-9C36-7E2719C60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3223" y="13503021"/>
            <a:ext cx="9005767" cy="928683"/>
          </a:xfrm>
          <a:prstGeom prst="rect">
            <a:avLst/>
          </a:prstGeom>
          <a:solidFill>
            <a:srgbClr val="3A1BA6"/>
          </a:solidFill>
          <a:ln>
            <a:noFill/>
          </a:ln>
        </p:spPr>
        <p:txBody>
          <a:bodyPr wrap="square" lIns="432018" tIns="216011" rIns="432018" bIns="216011" anchor="ctr" anchorCtr="0">
            <a:spAutoFit/>
          </a:bodyPr>
          <a:lstStyle>
            <a:lvl1pPr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1pPr>
            <a:lvl2pPr marL="742950" indent="-28575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2pPr>
            <a:lvl3pPr marL="11430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3pPr>
            <a:lvl4pPr marL="16002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4pPr>
            <a:lvl5pPr marL="20574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comparison </a:t>
            </a:r>
            <a:r>
              <a:rPr lang="en-GB" altLang="en-US" sz="24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7-13</a:t>
            </a:r>
            <a:endParaRPr lang="en-GB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Box 7">
            <a:extLst>
              <a:ext uri="{FF2B5EF4-FFF2-40B4-BE49-F238E27FC236}">
                <a16:creationId xmlns:a16="http://schemas.microsoft.com/office/drawing/2014/main" id="{B601DFE6-03DD-6044-9CDF-2044C8A88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044" y="12206018"/>
            <a:ext cx="10519912" cy="928683"/>
          </a:xfrm>
          <a:prstGeom prst="rect">
            <a:avLst/>
          </a:prstGeom>
          <a:solidFill>
            <a:srgbClr val="3A1BA6"/>
          </a:solidFill>
          <a:ln>
            <a:solidFill>
              <a:srgbClr val="17336F"/>
            </a:solidFill>
          </a:ln>
        </p:spPr>
        <p:txBody>
          <a:bodyPr wrap="square" lIns="432018" tIns="216011" rIns="432018" bIns="216011" anchor="ctr" anchorCtr="0">
            <a:spAutoFit/>
          </a:bodyPr>
          <a:lstStyle>
            <a:lvl1pPr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1pPr>
            <a:lvl2pPr marL="742950" indent="-28575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2pPr>
            <a:lvl3pPr marL="11430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3pPr>
            <a:lvl4pPr marL="16002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4pPr>
            <a:lvl5pPr marL="2057400" indent="-228600" defTabSz="4319588"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Lucida Grande" panose="020B06000405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</a:t>
            </a:r>
            <a:r>
              <a:rPr lang="en-GB" sz="32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GB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3" name="Picture 62" descr="A diagram of a mouse&#10;&#10;AI-generated content may be incorrect.">
            <a:extLst>
              <a:ext uri="{FF2B5EF4-FFF2-40B4-BE49-F238E27FC236}">
                <a16:creationId xmlns:a16="http://schemas.microsoft.com/office/drawing/2014/main" id="{5B206F38-3377-3173-6DBB-4951C71A99B3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1" t="17884" r="301" b="39304"/>
          <a:stretch>
            <a:fillRect/>
          </a:stretch>
        </p:blipFill>
        <p:spPr>
          <a:xfrm>
            <a:off x="10570433" y="5071888"/>
            <a:ext cx="8845942" cy="2488257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490CC0CA-B91C-20D2-D773-043C6A82E0CB}"/>
              </a:ext>
            </a:extLst>
          </p:cNvPr>
          <p:cNvSpPr/>
          <p:nvPr/>
        </p:nvSpPr>
        <p:spPr bwMode="auto">
          <a:xfrm>
            <a:off x="10647822" y="4926552"/>
            <a:ext cx="409810" cy="382447"/>
          </a:xfrm>
          <a:prstGeom prst="rect">
            <a:avLst/>
          </a:prstGeom>
          <a:ln w="381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800" b="1" dirty="0">
                <a:solidFill>
                  <a:schemeClr val="tx1"/>
                </a:solidFill>
                <a:latin typeface="Lucida Grande" pitchFamily="1" charset="0"/>
              </a:rPr>
              <a:t>D</a:t>
            </a:r>
            <a:endParaRPr kumimoji="0" lang="en-GB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Grande" pitchFamily="1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CDF4C83-8A31-60B8-54E6-7E922249D926}"/>
              </a:ext>
            </a:extLst>
          </p:cNvPr>
          <p:cNvSpPr txBox="1"/>
          <p:nvPr/>
        </p:nvSpPr>
        <p:spPr>
          <a:xfrm>
            <a:off x="10586844" y="7576943"/>
            <a:ext cx="87679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400" b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Figure 2.</a:t>
            </a:r>
            <a:r>
              <a:rPr lang="it-IT" sz="1400" dirty="0">
                <a:latin typeface="+mn-lt"/>
              </a:rPr>
              <a:t> Multi-scale quantification of ECM stiffness</a:t>
            </a:r>
            <a:r>
              <a:rPr lang="en-GB" sz="1400" dirty="0">
                <a:latin typeface="+mn-lt"/>
                <a:cs typeface="Arial" panose="020B0604020202020204" pitchFamily="34" charset="0"/>
              </a:rPr>
              <a:t>. (A) AFM nano-indentation of lung cryosections.</a:t>
            </a:r>
            <a:r>
              <a:rPr lang="en-GB" sz="1400" baseline="30000" dirty="0">
                <a:cs typeface="Arial" panose="020B0604020202020204" pitchFamily="34" charset="0"/>
              </a:rPr>
              <a:t>1,6</a:t>
            </a:r>
            <a:r>
              <a:rPr lang="en-GB" sz="1400" dirty="0">
                <a:latin typeface="+mn-lt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GB" sz="1400" dirty="0">
                <a:latin typeface="+mn-lt"/>
                <a:cs typeface="Arial" panose="020B0604020202020204" pitchFamily="34" charset="0"/>
              </a:rPr>
              <a:t>(B) Bulk rheometry of Matrigel ± Net4.</a:t>
            </a:r>
            <a:r>
              <a:rPr lang="en-GB" sz="1400" baseline="30000" dirty="0">
                <a:latin typeface="+mn-lt"/>
                <a:cs typeface="Arial" panose="020B0604020202020204" pitchFamily="34" charset="0"/>
              </a:rPr>
              <a:t>1,2 </a:t>
            </a:r>
            <a:r>
              <a:rPr lang="en-GB" sz="1400" dirty="0">
                <a:latin typeface="+mn-lt"/>
                <a:cs typeface="Arial" panose="020B0604020202020204" pitchFamily="34" charset="0"/>
              </a:rPr>
              <a:t>(C) Optical-tweezers microrheology of pericellular stiffness.</a:t>
            </a:r>
            <a:r>
              <a:rPr lang="en-GB" sz="1400" baseline="30000" dirty="0">
                <a:cs typeface="Arial" panose="020B0604020202020204" pitchFamily="34" charset="0"/>
              </a:rPr>
              <a:t>1,3</a:t>
            </a:r>
            <a:endParaRPr lang="en-GB" sz="1400" dirty="0">
              <a:latin typeface="+mn-lt"/>
              <a:cs typeface="Arial" panose="020B0604020202020204" pitchFamily="34" charset="0"/>
            </a:endParaRPr>
          </a:p>
          <a:p>
            <a:pPr algn="just"/>
            <a:r>
              <a:rPr lang="en-GB" sz="1400" dirty="0">
                <a:latin typeface="+mn-lt"/>
                <a:cs typeface="Arial" panose="020B0604020202020204" pitchFamily="34" charset="0"/>
              </a:rPr>
              <a:t>(D) Experimental metastasis assay comparing lung colonisation in WT and Net4-KO mice.</a:t>
            </a:r>
            <a:r>
              <a:rPr lang="en-GB" sz="1400" dirty="0">
                <a:cs typeface="Arial" panose="020B0604020202020204" pitchFamily="34" charset="0"/>
              </a:rPr>
              <a:t>¹</a:t>
            </a:r>
            <a:endParaRPr lang="en-GB" sz="1400" dirty="0">
              <a:latin typeface="+mn-lt"/>
              <a:cs typeface="Arial" panose="020B0604020202020204" pitchFamily="34" charset="0"/>
            </a:endParaRPr>
          </a:p>
          <a:p>
            <a:pPr algn="just"/>
            <a:r>
              <a:rPr lang="en-GB" sz="1400" i="1" dirty="0">
                <a:latin typeface="+mn-lt"/>
                <a:cs typeface="Arial" panose="020B0604020202020204" pitchFamily="34" charset="0"/>
              </a:rPr>
              <a:t>Created with BioRender.com. Adapted from ¹.</a:t>
            </a:r>
            <a:endParaRPr lang="en-GB" sz="14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62E6FB5-CCDC-E036-2B71-3F62FE0493B1}"/>
              </a:ext>
            </a:extLst>
          </p:cNvPr>
          <p:cNvSpPr txBox="1"/>
          <p:nvPr/>
        </p:nvSpPr>
        <p:spPr>
          <a:xfrm>
            <a:off x="10588628" y="12370172"/>
            <a:ext cx="86201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400" b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Figure 3. </a:t>
            </a:r>
            <a:r>
              <a:rPr lang="en-GB" sz="1400" dirty="0">
                <a:latin typeface="+mn-lt"/>
              </a:rPr>
              <a:t>AFM force–indentation curve. Approach and retraction curves are used to calculate Young’s modulus (E) with the Hertz model, providing a quantitative measure of basement-membrane stiffness. </a:t>
            </a:r>
            <a:r>
              <a:rPr lang="en-GB" sz="1400" i="1" dirty="0">
                <a:latin typeface="+mn-lt"/>
                <a:cs typeface="Arial" panose="020B0604020202020204" pitchFamily="34" charset="0"/>
              </a:rPr>
              <a:t>Created with BioRender.com. Adapted from ¹.</a:t>
            </a:r>
            <a:endParaRPr lang="en-GB" sz="14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EBE5802-3BD5-D119-7F6C-844C32D1F278}"/>
              </a:ext>
            </a:extLst>
          </p:cNvPr>
          <p:cNvSpPr/>
          <p:nvPr/>
        </p:nvSpPr>
        <p:spPr bwMode="auto">
          <a:xfrm>
            <a:off x="5375904" y="17614297"/>
            <a:ext cx="493677" cy="428356"/>
          </a:xfrm>
          <a:prstGeom prst="rect">
            <a:avLst/>
          </a:prstGeom>
          <a:ln w="381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800" b="1" dirty="0">
                <a:solidFill>
                  <a:schemeClr val="tx1"/>
                </a:solidFill>
                <a:latin typeface="Lucida Grande" pitchFamily="1" charset="0"/>
              </a:rPr>
              <a:t>C</a:t>
            </a:r>
            <a:endParaRPr kumimoji="0" lang="en-GB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Grande" pitchFamily="1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5543DF1-CDD7-166A-D9BB-27D43931D578}"/>
              </a:ext>
            </a:extLst>
          </p:cNvPr>
          <p:cNvSpPr/>
          <p:nvPr/>
        </p:nvSpPr>
        <p:spPr bwMode="auto">
          <a:xfrm>
            <a:off x="272060" y="13654136"/>
            <a:ext cx="493677" cy="428356"/>
          </a:xfrm>
          <a:prstGeom prst="rect">
            <a:avLst/>
          </a:prstGeom>
          <a:ln w="381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1" charset="0"/>
              </a:rPr>
              <a:t>A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AB27E38-F4ED-BEEB-A515-C01E8507AFDA}"/>
              </a:ext>
            </a:extLst>
          </p:cNvPr>
          <p:cNvGrpSpPr/>
          <p:nvPr/>
        </p:nvGrpSpPr>
        <p:grpSpPr>
          <a:xfrm>
            <a:off x="9945083" y="8238531"/>
            <a:ext cx="8235882" cy="4351701"/>
            <a:chOff x="9813714" y="8288339"/>
            <a:chExt cx="7960740" cy="4194782"/>
          </a:xfrm>
        </p:grpSpPr>
        <p:pic>
          <p:nvPicPr>
            <p:cNvPr id="91" name="Picture 90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D8E65B92-271B-0328-1F2B-3E14E9E46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930" t="2106" r="54883" b="63674"/>
            <a:stretch>
              <a:fillRect/>
            </a:stretch>
          </p:blipFill>
          <p:spPr>
            <a:xfrm>
              <a:off x="9813714" y="8486142"/>
              <a:ext cx="5172392" cy="3996979"/>
            </a:xfrm>
            <a:prstGeom prst="rect">
              <a:avLst/>
            </a:prstGeom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88635A6D-9446-E8D6-58F5-782BDDAF8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5093080" y="8288339"/>
              <a:ext cx="2681374" cy="3790908"/>
            </a:xfrm>
            <a:prstGeom prst="rect">
              <a:avLst/>
            </a:prstGeom>
          </p:spPr>
        </p:pic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5CB578D-190E-7EFE-DF69-37A61A738843}"/>
              </a:ext>
            </a:extLst>
          </p:cNvPr>
          <p:cNvGrpSpPr/>
          <p:nvPr/>
        </p:nvGrpSpPr>
        <p:grpSpPr>
          <a:xfrm>
            <a:off x="19550493" y="10821398"/>
            <a:ext cx="10761334" cy="2713468"/>
            <a:chOff x="19757188" y="10781405"/>
            <a:chExt cx="10412073" cy="2713468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B6EB6C0A-85A3-8F22-7C16-52527C8EA6F7}"/>
                </a:ext>
              </a:extLst>
            </p:cNvPr>
            <p:cNvGrpSpPr/>
            <p:nvPr/>
          </p:nvGrpSpPr>
          <p:grpSpPr>
            <a:xfrm>
              <a:off x="19757188" y="10781405"/>
              <a:ext cx="10346720" cy="2713468"/>
              <a:chOff x="22428044" y="10600138"/>
              <a:chExt cx="11125421" cy="2970135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A0DA88B-3652-3923-EB62-809DFA3EEA98}"/>
                  </a:ext>
                </a:extLst>
              </p:cNvPr>
              <p:cNvSpPr/>
              <p:nvPr/>
            </p:nvSpPr>
            <p:spPr>
              <a:xfrm>
                <a:off x="22483572" y="12761739"/>
                <a:ext cx="11069893" cy="8085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1400" b="1" dirty="0">
                    <a:solidFill>
                      <a:srgbClr val="C00000"/>
                    </a:solidFill>
                    <a:latin typeface="+mn-lt"/>
                  </a:rPr>
                  <a:t>Figure 4. </a:t>
                </a:r>
                <a:r>
                  <a:rPr lang="en-GB" sz="1400" dirty="0">
                    <a:latin typeface="+mn-lt"/>
                  </a:rPr>
                  <a:t>AFM stiffness mapping in WT and KO lungs. AFM maps (left), Young’s modulus histograms (middle), and stiffness-profile plot across surface–cell layer–BM (right) show increased BM stiffness in Net4-KO lungs. </a:t>
                </a:r>
                <a:r>
                  <a:rPr lang="en-GB" sz="1400" i="1" dirty="0">
                    <a:latin typeface="+mn-lt"/>
                    <a:cs typeface="Arial" panose="020B0604020202020204" pitchFamily="34" charset="0"/>
                  </a:rPr>
                  <a:t>Created with BioRender.com. Data adapted from ¹.</a:t>
                </a:r>
                <a:endParaRPr lang="en-GB" sz="1400" dirty="0"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3D0D0278-A2A5-7B31-9A7E-7A890E4E05E6}"/>
                  </a:ext>
                </a:extLst>
              </p:cNvPr>
              <p:cNvGrpSpPr/>
              <p:nvPr/>
            </p:nvGrpSpPr>
            <p:grpSpPr>
              <a:xfrm>
                <a:off x="22428044" y="10600138"/>
                <a:ext cx="7997291" cy="2119368"/>
                <a:chOff x="22243452" y="10721119"/>
                <a:chExt cx="7997291" cy="2119368"/>
              </a:xfrm>
            </p:grpSpPr>
            <p:pic>
              <p:nvPicPr>
                <p:cNvPr id="54" name="Picture 53" descr="A screenshot of a computer&#10;&#10;AI-generated content may be incorrect.">
                  <a:extLst>
                    <a:ext uri="{FF2B5EF4-FFF2-40B4-BE49-F238E27FC236}">
                      <a16:creationId xmlns:a16="http://schemas.microsoft.com/office/drawing/2014/main" id="{D00A52BF-A8CC-DC29-8B61-B4EA378A16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91" t="57400" r="16378" b="21873"/>
                <a:stretch>
                  <a:fillRect/>
                </a:stretch>
              </p:blipFill>
              <p:spPr>
                <a:xfrm>
                  <a:off x="25674990" y="10845740"/>
                  <a:ext cx="4565753" cy="1994747"/>
                </a:xfrm>
                <a:prstGeom prst="rect">
                  <a:avLst/>
                </a:prstGeom>
              </p:spPr>
            </p:pic>
            <p:pic>
              <p:nvPicPr>
                <p:cNvPr id="85" name="Picture 84" descr="Screens screenshot of a computer screen&#10;&#10;AI-generated content may be incorrect.">
                  <a:extLst>
                    <a:ext uri="{FF2B5EF4-FFF2-40B4-BE49-F238E27FC236}">
                      <a16:creationId xmlns:a16="http://schemas.microsoft.com/office/drawing/2014/main" id="{468CA57E-5BF1-E529-5C13-01E766CF9A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9870" t="37707" r="20364" b="42632"/>
                <a:stretch>
                  <a:fillRect/>
                </a:stretch>
              </p:blipFill>
              <p:spPr>
                <a:xfrm>
                  <a:off x="22243452" y="10721119"/>
                  <a:ext cx="3572373" cy="1933764"/>
                </a:xfrm>
                <a:prstGeom prst="rect">
                  <a:avLst/>
                </a:prstGeom>
              </p:spPr>
            </p:pic>
          </p:grpSp>
        </p:grpSp>
        <p:pic>
          <p:nvPicPr>
            <p:cNvPr id="97" name="Picture 96" descr="A black background with white lines&#10;&#10;AI-generated content may be incorrect.">
              <a:extLst>
                <a:ext uri="{FF2B5EF4-FFF2-40B4-BE49-F238E27FC236}">
                  <a16:creationId xmlns:a16="http://schemas.microsoft.com/office/drawing/2014/main" id="{2C6A09B9-330E-0C73-AA79-A53C60E5A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90" t="35005" r="17092" b="39424"/>
            <a:stretch>
              <a:fillRect/>
            </a:stretch>
          </p:blipFill>
          <p:spPr>
            <a:xfrm>
              <a:off x="26949871" y="10872355"/>
              <a:ext cx="3219390" cy="188385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E830E80-4DE8-5FA7-7EC3-732502A15B00}"/>
              </a:ext>
            </a:extLst>
          </p:cNvPr>
          <p:cNvSpPr txBox="1"/>
          <p:nvPr/>
        </p:nvSpPr>
        <p:spPr>
          <a:xfrm>
            <a:off x="10415347" y="20175429"/>
            <a:ext cx="14473608" cy="159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altLang="en-US" sz="9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/>
            <a:r>
              <a:rPr lang="en-GB" sz="800" dirty="0">
                <a:solidFill>
                  <a:schemeClr val="bg1"/>
                </a:solidFill>
                <a:latin typeface="+mj-lt"/>
              </a:rPr>
              <a:t>7. von </a:t>
            </a:r>
            <a:r>
              <a:rPr lang="en-GB" sz="800" dirty="0" err="1">
                <a:solidFill>
                  <a:schemeClr val="bg1"/>
                </a:solidFill>
                <a:latin typeface="+mj-lt"/>
              </a:rPr>
              <a:t>Eysmondt</a:t>
            </a:r>
            <a:r>
              <a:rPr lang="en-GB" sz="800" dirty="0">
                <a:solidFill>
                  <a:schemeClr val="bg1"/>
                </a:solidFill>
                <a:latin typeface="+mj-lt"/>
              </a:rPr>
              <a:t> H, Schäffer TE. Scanning ion conductance microscopy and atomic force microscopy: a comparison of strengths and limitations for biological investigations. In: Schäffer TE, editor. </a:t>
            </a:r>
            <a:r>
              <a:rPr lang="en-GB" sz="800" i="1" dirty="0">
                <a:solidFill>
                  <a:schemeClr val="bg1"/>
                </a:solidFill>
                <a:latin typeface="+mj-lt"/>
              </a:rPr>
              <a:t>Scanning Ion Conductance Microscopy</a:t>
            </a:r>
            <a:r>
              <a:rPr lang="en-GB" sz="800" dirty="0">
                <a:solidFill>
                  <a:schemeClr val="bg1"/>
                </a:solidFill>
                <a:latin typeface="+mj-lt"/>
              </a:rPr>
              <a:t>. Bioanalytical Reviews. </a:t>
            </a:r>
            <a:r>
              <a:rPr lang="en-GB" sz="800" b="1" dirty="0">
                <a:solidFill>
                  <a:schemeClr val="bg1"/>
                </a:solidFill>
                <a:latin typeface="+mj-lt"/>
              </a:rPr>
              <a:t>Vol. 3.</a:t>
            </a:r>
            <a:r>
              <a:rPr lang="en-GB" sz="800" dirty="0">
                <a:solidFill>
                  <a:schemeClr val="bg1"/>
                </a:solidFill>
                <a:latin typeface="+mj-lt"/>
              </a:rPr>
              <a:t> Cham: Springer; 2022. p. 23–71. doi:10.1007/11663_2022_15</a:t>
            </a:r>
            <a:endParaRPr lang="en-US" altLang="en-US" sz="800" dirty="0">
              <a:solidFill>
                <a:schemeClr val="bg1"/>
              </a:solidFill>
              <a:latin typeface="+mj-lt"/>
            </a:endParaRPr>
          </a:p>
          <a:p>
            <a:pPr lvl="0"/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8. Dal Fabbro L, </a:t>
            </a:r>
            <a:r>
              <a:rPr lang="en-US" altLang="en-US" sz="800" dirty="0" err="1">
                <a:solidFill>
                  <a:schemeClr val="bg1"/>
                </a:solidFill>
                <a:latin typeface="+mn-lt"/>
              </a:rPr>
              <a:t>Holuigue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H, Chighizola M, Podestà A. Validation of contact mechanics models for atomic force microscopy via finite elements analysis and nanoindentation experiments. </a:t>
            </a:r>
            <a:r>
              <a:rPr lang="en-US" altLang="en-US" sz="800" i="1" dirty="0" err="1">
                <a:solidFill>
                  <a:schemeClr val="bg1"/>
                </a:solidFill>
                <a:latin typeface="+mn-lt"/>
              </a:rPr>
              <a:t>arXiv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 preprint.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2024. Available from: </a:t>
            </a:r>
            <a:r>
              <a:rPr lang="en-US" altLang="en-US" sz="800" dirty="0">
                <a:solidFill>
                  <a:schemeClr val="bg1"/>
                </a:solidFill>
                <a:latin typeface="+mn-lt"/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https://doi.org/10.48550/arXiv.2406.17157</a:t>
            </a:r>
            <a:endParaRPr lang="en-US" altLang="en-US" sz="800" dirty="0">
              <a:solidFill>
                <a:schemeClr val="bg1"/>
              </a:solidFill>
              <a:latin typeface="+mn-lt"/>
            </a:endParaRPr>
          </a:p>
          <a:p>
            <a:pPr lvl="0"/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9. </a:t>
            </a:r>
            <a:r>
              <a:rPr lang="en-US" altLang="en-US" sz="800" dirty="0" err="1">
                <a:solidFill>
                  <a:schemeClr val="bg1"/>
                </a:solidFill>
                <a:latin typeface="+mn-lt"/>
              </a:rPr>
              <a:t>Gavara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N. A beginner’s guide to atomic force microscopy probing for cell mechanics. </a:t>
            </a:r>
            <a:r>
              <a:rPr lang="en-US" altLang="en-US" sz="800" i="1" dirty="0" err="1">
                <a:solidFill>
                  <a:schemeClr val="bg1"/>
                </a:solidFill>
                <a:latin typeface="+mn-lt"/>
              </a:rPr>
              <a:t>Microsc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 Res Tech.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2017;80(1):75–84. doi:10.1002/jemt.22776</a:t>
            </a:r>
          </a:p>
          <a:p>
            <a:pPr lvl="0"/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10. </a:t>
            </a:r>
            <a:r>
              <a:rPr lang="en-US" altLang="en-US" sz="800" dirty="0" err="1">
                <a:solidFill>
                  <a:schemeClr val="bg1"/>
                </a:solidFill>
                <a:latin typeface="+mn-lt"/>
              </a:rPr>
              <a:t>Kabakova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IV, Zhang J, Xiang Y, Caponi S, </a:t>
            </a:r>
            <a:r>
              <a:rPr lang="en-US" altLang="en-US" sz="800" dirty="0" err="1">
                <a:solidFill>
                  <a:schemeClr val="bg1"/>
                </a:solidFill>
                <a:latin typeface="+mn-lt"/>
              </a:rPr>
              <a:t>Bilenca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A, Guck J, et al. Brillouin microscopy. 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Nat Rev Methods Primers.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2024;4(1):66. doi:10.1038/s43586-023-00286-z</a:t>
            </a:r>
          </a:p>
          <a:p>
            <a:pPr lvl="0"/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11. Lab MJ, Bhargava A, Wright PT, Gorelik J. The scanning ion conductance microscope for cellular physiology. 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Am J </a:t>
            </a:r>
            <a:r>
              <a:rPr lang="en-US" altLang="en-US" sz="800" i="1" dirty="0" err="1">
                <a:solidFill>
                  <a:schemeClr val="bg1"/>
                </a:solidFill>
                <a:latin typeface="+mn-lt"/>
              </a:rPr>
              <a:t>Physiol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 Heart Circ Physiol.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2013;304(1):H1–H11. doi:10.1152/ajpheart.00499.2012</a:t>
            </a:r>
          </a:p>
          <a:p>
            <a:pPr lvl="0"/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12. Prevedel R, Diz-Muñoz A, Ruocco G, Antonacci G. Brillouin microscopy: an emerging tool for mechanobiology. 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Nat Methods.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2019;16(10):969–77. doi:10.1038/s41592-019-0543-3</a:t>
            </a:r>
          </a:p>
          <a:p>
            <a:pPr lvl="0"/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13. Zhou G, Zhang B, Tang G, Yu XF, Galluzzi M. Cells </a:t>
            </a:r>
            <a:r>
              <a:rPr lang="en-US" altLang="en-US" sz="800" dirty="0" err="1">
                <a:solidFill>
                  <a:schemeClr val="bg1"/>
                </a:solidFill>
                <a:latin typeface="+mn-lt"/>
              </a:rPr>
              <a:t>nanomechanics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by atomic force microscopy: focus on interactions at nanoscale. </a:t>
            </a:r>
            <a:r>
              <a:rPr lang="en-US" altLang="en-US" sz="800" i="1" dirty="0">
                <a:solidFill>
                  <a:schemeClr val="bg1"/>
                </a:solidFill>
                <a:latin typeface="+mn-lt"/>
              </a:rPr>
              <a:t>Adv Phys X.</a:t>
            </a:r>
            <a:r>
              <a:rPr lang="en-US" altLang="en-US" sz="800" dirty="0">
                <a:solidFill>
                  <a:schemeClr val="bg1"/>
                </a:solidFill>
                <a:latin typeface="+mn-lt"/>
              </a:rPr>
              <a:t> 2021;6(1):1866668. doi:10.1080/23746149.2020.1866668</a:t>
            </a:r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C02AC8-ED18-98D0-7EDD-232D6CCD7CAC}"/>
              </a:ext>
            </a:extLst>
          </p:cNvPr>
          <p:cNvSpPr txBox="1"/>
          <p:nvPr/>
        </p:nvSpPr>
        <p:spPr>
          <a:xfrm>
            <a:off x="118368" y="12379517"/>
            <a:ext cx="405636" cy="585304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9752B0-700E-E97A-1A5A-8DE6B5A8D1E7}"/>
              </a:ext>
            </a:extLst>
          </p:cNvPr>
          <p:cNvSpPr txBox="1"/>
          <p:nvPr/>
        </p:nvSpPr>
        <p:spPr>
          <a:xfrm>
            <a:off x="10649909" y="13674710"/>
            <a:ext cx="405636" cy="58477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43D308-B847-18BE-2DF1-65111D935ADC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8009" y="12964821"/>
            <a:ext cx="10631682" cy="74421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2F1ABC-AC3E-7C47-82FB-12DB419F1F95}"/>
              </a:ext>
            </a:extLst>
          </p:cNvPr>
          <p:cNvSpPr txBox="1"/>
          <p:nvPr/>
        </p:nvSpPr>
        <p:spPr>
          <a:xfrm>
            <a:off x="19603867" y="5465342"/>
            <a:ext cx="10313544" cy="1856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+mn-lt"/>
              </a:rPr>
              <a:t>All methods showed increased BM stiffness in Net4-KO tissue.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+mn-lt"/>
              </a:rPr>
              <a:t>Strengths: Multi-scale mechanical assays; high sensitivity to BM stiffness changes.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+mn-lt"/>
              </a:rPr>
              <a:t>Weaknesses: AFM is low-throughput; microrheology and rheometry give composite (non-BM-specific) readouts.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+mn-lt"/>
              </a:rPr>
              <a:t>Live-tissue AFM or Brillouin microscopy should be included to confirm BM stiffness in intact lung.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050FC7-DAF2-848C-FC54-7FC39304C355}"/>
              </a:ext>
            </a:extLst>
          </p:cNvPr>
          <p:cNvSpPr txBox="1"/>
          <p:nvPr/>
        </p:nvSpPr>
        <p:spPr>
          <a:xfrm>
            <a:off x="19637474" y="19046458"/>
            <a:ext cx="10656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800" dirty="0"/>
              <a:t>Aim – assess how Net4 loss alters BM stiffness and metastasis.</a:t>
            </a:r>
            <a:br>
              <a:rPr lang="en-GB" sz="1800" dirty="0"/>
            </a:br>
            <a:r>
              <a:rPr lang="en-GB" sz="1800" dirty="0"/>
              <a:t>BM stiffness measured using AFM-based multi-scale assays.</a:t>
            </a:r>
            <a:br>
              <a:rPr lang="en-GB" sz="1800" dirty="0"/>
            </a:br>
            <a:r>
              <a:rPr lang="en-GB" sz="1800" dirty="0"/>
              <a:t>Result – Net4-KO lungs showed stiffer BMs and higher metastatic burden.</a:t>
            </a:r>
            <a:br>
              <a:rPr lang="en-GB" sz="1800" dirty="0"/>
            </a:br>
            <a:r>
              <a:rPr lang="en-GB" sz="1800" dirty="0"/>
              <a:t>BM stiffening drives invasion and supports a mechanical metastasis model.</a:t>
            </a:r>
          </a:p>
        </p:txBody>
      </p:sp>
    </p:spTree>
    <p:extLst>
      <p:ext uri="{BB962C8B-B14F-4D97-AF65-F5344CB8AC3E}">
        <p14:creationId xmlns:p14="http://schemas.microsoft.com/office/powerpoint/2010/main" val="7548224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7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/object&gt;&lt;object type=&quot;8&quot; unique_id=&quot;10006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Grande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Grande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Grande" pitchFamily="1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12691</TotalTime>
  <Words>1356</Words>
  <Application>Microsoft Office PowerPoint</Application>
  <PresentationFormat>Custom</PresentationFormat>
  <Paragraphs>88</Paragraphs>
  <Slides>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Helvetica</vt:lpstr>
      <vt:lpstr>Lucida Grande</vt:lpstr>
      <vt:lpstr>Default Design</vt:lpstr>
      <vt:lpstr>2_Custom Design</vt:lpstr>
      <vt:lpstr>Custom Design</vt:lpstr>
      <vt:lpstr>1_Custom Design</vt:lpstr>
      <vt:lpstr>PowerPoint Presentation</vt:lpstr>
    </vt:vector>
  </TitlesOfParts>
  <Company>Kris Bush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Marianne Baker</dc:creator>
  <cp:lastModifiedBy>Eylul Turkay</cp:lastModifiedBy>
  <cp:revision>354</cp:revision>
  <cp:lastPrinted>2020-09-21T14:26:04Z</cp:lastPrinted>
  <dcterms:modified xsi:type="dcterms:W3CDTF">2025-11-26T22:19:41Z</dcterms:modified>
</cp:coreProperties>
</file>